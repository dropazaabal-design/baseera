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287000" cy="1285875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r" rtl="1">
        <a:defRPr/>
      </a:lvl1pPr>
    </p:titleStyle>
    <p:bodyStyle>
      <a:lvl1pPr algn="r" rtl="1">
        <a:defRPr/>
      </a:lvl1pPr>
    </p:bodyStyle>
    <p:otherStyle>
      <a:lvl1pPr algn="r" rtl="1"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-cover-0" descr="baseera:pg_br9ir8y6s8/style-cover-0"/>
          <p:cNvSpPr/>
          <p:nvPr/>
        </p:nvSpPr>
        <p:spPr>
          <a:xfrm rot="-96000">
            <a:off x="685800" y="1085850"/>
            <a:ext cx="8915400" cy="10420350"/>
          </a:xfrm>
          <a:prstGeom prst="roundRect">
            <a:avLst>
              <a:gd name="adj" fmla="val 641"/>
            </a:avLst>
          </a:prstGeom>
          <a:solidFill>
            <a:srgbClr val="1B4282"/>
          </a:solidFill>
          <a:ln>
            <a:noFill/>
          </a:ln>
        </p:spPr>
      </p:sp>
      <p:sp>
        <p:nvSpPr>
          <p:cNvPr id="3" name="style-cover-1" descr="baseera:pg_br9ir8y6s8/style-cover-1"/>
          <p:cNvSpPr/>
          <p:nvPr/>
        </p:nvSpPr>
        <p:spPr>
          <a:xfrm rot="-480000">
            <a:off x="7391400" y="876300"/>
            <a:ext cx="1524000" cy="381000"/>
          </a:xfrm>
          <a:prstGeom prst="roundRect">
            <a:avLst>
              <a:gd name="adj" fmla="val 7500"/>
            </a:avLst>
          </a:prstGeom>
          <a:solidFill>
            <a:srgbClr val="609BD3">
              <a:alpha val="85000"/>
            </a:srgbClr>
          </a:solidFill>
          <a:ln>
            <a:noFill/>
          </a:ln>
        </p:spPr>
      </p:sp>
      <p:sp>
        <p:nvSpPr>
          <p:cNvPr id="4" name="collage-paper" descr="baseera:pg_br9ir8y6s8/collage-paper"/>
          <p:cNvSpPr/>
          <p:nvPr/>
        </p:nvSpPr>
        <p:spPr>
          <a:xfrm rot="-120000">
            <a:off x="914400" y="2243138"/>
            <a:ext cx="8458200" cy="3771900"/>
          </a:xfrm>
          <a:prstGeom prst="roundRect">
            <a:avLst>
              <a:gd name="adj" fmla="val 1515"/>
            </a:avLst>
          </a:prstGeom>
          <a:solidFill>
            <a:srgbClr val="1B4282"/>
          </a:solidFill>
          <a:ln>
            <a:noFill/>
          </a:ln>
        </p:spPr>
      </p:sp>
      <p:grpSp>
        <p:nvGrpSpPr>
          <p:cNvPr id="5" name="collage-1" descr="فقاعة حوار"/>
          <p:cNvGrpSpPr/>
          <p:nvPr/>
        </p:nvGrpSpPr>
        <p:grpSpPr>
          <a:xfrm rot="-300000">
            <a:off x="1309688" y="1865948"/>
            <a:ext cx="3508058" cy="2923223"/>
            <a:chOff x="1309688" y="1865948"/>
            <a:chExt cx="3508058" cy="2923223"/>
          </a:xfrm>
        </p:grpSpPr>
        <p:sp>
          <p:nvSpPr>
            <p:cNvPr id="6" name="collage-1/path-1"/>
            <p:cNvSpPr/>
            <p:nvPr/>
          </p:nvSpPr>
          <p:spPr>
            <a:xfrm>
              <a:off x="1455944" y="2304431"/>
              <a:ext cx="3215545" cy="2250881"/>
            </a:xfrm>
            <a:custGeom>
              <a:avLst/>
              <a:gdLst/>
              <a:ahLst/>
              <a:cxnLst/>
              <a:rect l="0" t="0" r="r" b="b"/>
              <a:pathLst>
                <a:path w="3215545" h="2250881">
                  <a:moveTo>
                    <a:pt x="204626" y="0"/>
                  </a:moveTo>
                  <a:lnTo>
                    <a:pt x="3010919" y="0"/>
                  </a:lnTo>
                  <a:cubicBezTo>
                    <a:pt x="3123931" y="0"/>
                    <a:pt x="3215545" y="91614"/>
                    <a:pt x="3215545" y="204626"/>
                  </a:cubicBezTo>
                  <a:lnTo>
                    <a:pt x="3215545" y="1432379"/>
                  </a:lnTo>
                  <a:cubicBezTo>
                    <a:pt x="3215545" y="1545391"/>
                    <a:pt x="3123931" y="1637005"/>
                    <a:pt x="3010919" y="1637005"/>
                  </a:cubicBezTo>
                  <a:lnTo>
                    <a:pt x="1198521" y="1637005"/>
                  </a:lnTo>
                  <a:lnTo>
                    <a:pt x="613877" y="2250881"/>
                  </a:lnTo>
                  <a:lnTo>
                    <a:pt x="701573" y="1637005"/>
                  </a:lnTo>
                  <a:lnTo>
                    <a:pt x="204626" y="1637005"/>
                  </a:lnTo>
                  <a:cubicBezTo>
                    <a:pt x="91614" y="1637005"/>
                    <a:pt x="0" y="1545391"/>
                    <a:pt x="0" y="1432379"/>
                  </a:cubicBezTo>
                  <a:lnTo>
                    <a:pt x="0" y="204626"/>
                  </a:lnTo>
                  <a:cubicBezTo>
                    <a:pt x="0" y="91614"/>
                    <a:pt x="91614" y="0"/>
                    <a:pt x="204626" y="0"/>
                  </a:cubicBezTo>
                  <a:close/>
                </a:path>
              </a:pathLst>
            </a:custGeom>
            <a:solidFill>
              <a:srgbClr val="609BD3"/>
            </a:solidFill>
            <a:ln>
              <a:noFill/>
            </a:ln>
          </p:spPr>
        </p:sp>
        <p:sp>
          <p:nvSpPr>
            <p:cNvPr id="7" name="collage-1/circle-2"/>
            <p:cNvSpPr/>
            <p:nvPr/>
          </p:nvSpPr>
          <p:spPr>
            <a:xfrm>
              <a:off x="2274446" y="2947540"/>
              <a:ext cx="350787" cy="350787"/>
            </a:xfrm>
            <a:custGeom>
              <a:avLst/>
              <a:gdLst/>
              <a:ahLst/>
              <a:cxnLst/>
              <a:rect l="0" t="0" r="r" b="b"/>
              <a:pathLst>
                <a:path w="350787" h="350787">
                  <a:moveTo>
                    <a:pt x="0" y="175393"/>
                  </a:moveTo>
                  <a:cubicBezTo>
                    <a:pt x="0" y="272260"/>
                    <a:pt x="78526" y="350787"/>
                    <a:pt x="175393" y="350787"/>
                  </a:cubicBezTo>
                  <a:cubicBezTo>
                    <a:pt x="272260" y="350787"/>
                    <a:pt x="350787" y="272260"/>
                    <a:pt x="350787" y="175393"/>
                  </a:cubicBezTo>
                  <a:cubicBezTo>
                    <a:pt x="350787" y="78526"/>
                    <a:pt x="272260" y="0"/>
                    <a:pt x="175393" y="0"/>
                  </a:cubicBezTo>
                  <a:cubicBezTo>
                    <a:pt x="78526" y="0"/>
                    <a:pt x="0" y="78526"/>
                    <a:pt x="0" y="175393"/>
                  </a:cubicBezTo>
                  <a:close/>
                </a:path>
              </a:pathLst>
            </a:custGeom>
            <a:solidFill>
              <a:srgbClr val="0E2A5C"/>
            </a:solidFill>
            <a:ln>
              <a:noFill/>
            </a:ln>
          </p:spPr>
        </p:sp>
        <p:sp>
          <p:nvSpPr>
            <p:cNvPr id="8" name="collage-1/circle-3"/>
            <p:cNvSpPr/>
            <p:nvPr/>
          </p:nvSpPr>
          <p:spPr>
            <a:xfrm>
              <a:off x="2888323" y="2947540"/>
              <a:ext cx="350787" cy="350787"/>
            </a:xfrm>
            <a:custGeom>
              <a:avLst/>
              <a:gdLst/>
              <a:ahLst/>
              <a:cxnLst/>
              <a:rect l="0" t="0" r="r" b="b"/>
              <a:pathLst>
                <a:path w="350787" h="350787">
                  <a:moveTo>
                    <a:pt x="0" y="175393"/>
                  </a:moveTo>
                  <a:cubicBezTo>
                    <a:pt x="0" y="272260"/>
                    <a:pt x="78526" y="350787"/>
                    <a:pt x="175393" y="350787"/>
                  </a:cubicBezTo>
                  <a:cubicBezTo>
                    <a:pt x="272260" y="350787"/>
                    <a:pt x="350787" y="272260"/>
                    <a:pt x="350787" y="175393"/>
                  </a:cubicBezTo>
                  <a:cubicBezTo>
                    <a:pt x="350787" y="78526"/>
                    <a:pt x="272260" y="0"/>
                    <a:pt x="175393" y="0"/>
                  </a:cubicBezTo>
                  <a:cubicBezTo>
                    <a:pt x="78526" y="0"/>
                    <a:pt x="0" y="78526"/>
                    <a:pt x="0" y="175393"/>
                  </a:cubicBezTo>
                  <a:close/>
                </a:path>
              </a:pathLst>
            </a:custGeom>
            <a:solidFill>
              <a:srgbClr val="0E2A5C"/>
            </a:solidFill>
            <a:ln>
              <a:noFill/>
            </a:ln>
          </p:spPr>
        </p:sp>
        <p:sp>
          <p:nvSpPr>
            <p:cNvPr id="9" name="collage-1/circle-4"/>
            <p:cNvSpPr/>
            <p:nvPr/>
          </p:nvSpPr>
          <p:spPr>
            <a:xfrm>
              <a:off x="3502200" y="2947540"/>
              <a:ext cx="350787" cy="350787"/>
            </a:xfrm>
            <a:custGeom>
              <a:avLst/>
              <a:gdLst/>
              <a:ahLst/>
              <a:cxnLst/>
              <a:rect l="0" t="0" r="r" b="b"/>
              <a:pathLst>
                <a:path w="350787" h="350787">
                  <a:moveTo>
                    <a:pt x="0" y="175393"/>
                  </a:moveTo>
                  <a:cubicBezTo>
                    <a:pt x="0" y="272260"/>
                    <a:pt x="78526" y="350787"/>
                    <a:pt x="175393" y="350787"/>
                  </a:cubicBezTo>
                  <a:cubicBezTo>
                    <a:pt x="272260" y="350787"/>
                    <a:pt x="350787" y="272260"/>
                    <a:pt x="350787" y="175393"/>
                  </a:cubicBezTo>
                  <a:cubicBezTo>
                    <a:pt x="350787" y="78526"/>
                    <a:pt x="272260" y="0"/>
                    <a:pt x="175393" y="0"/>
                  </a:cubicBezTo>
                  <a:cubicBezTo>
                    <a:pt x="78526" y="0"/>
                    <a:pt x="0" y="78526"/>
                    <a:pt x="0" y="175393"/>
                  </a:cubicBezTo>
                  <a:close/>
                </a:path>
              </a:pathLst>
            </a:custGeom>
            <a:solidFill>
              <a:srgbClr val="0E2A5C"/>
            </a:solidFill>
            <a:ln>
              <a:noFill/>
            </a:ln>
          </p:spPr>
        </p:sp>
      </p:grpSp>
      <p:sp>
        <p:nvSpPr>
          <p:cNvPr id="10" name="collage-1-tape" descr="baseera:pg_br9ir8y6s8/collage-1-tape"/>
          <p:cNvSpPr/>
          <p:nvPr/>
        </p:nvSpPr>
        <p:spPr>
          <a:xfrm rot="450000">
            <a:off x="2371725" y="1694498"/>
            <a:ext cx="1383030" cy="381000"/>
          </a:xfrm>
          <a:prstGeom prst="roundRect">
            <a:avLst>
              <a:gd name="adj" fmla="val 10000"/>
            </a:avLst>
          </a:prstGeom>
          <a:solidFill>
            <a:srgbClr val="609BD3">
              <a:alpha val="75000"/>
            </a:srgbClr>
          </a:solidFill>
          <a:ln>
            <a:noFill/>
          </a:ln>
        </p:spPr>
      </p:sp>
      <p:grpSp>
        <p:nvGrpSpPr>
          <p:cNvPr id="11" name="collage-2" descr="موجة صوت"/>
          <p:cNvGrpSpPr/>
          <p:nvPr/>
        </p:nvGrpSpPr>
        <p:grpSpPr>
          <a:xfrm rot="240000">
            <a:off x="5143500" y="2242185"/>
            <a:ext cx="3680460" cy="2453640"/>
            <a:chOff x="5143500" y="2242185"/>
            <a:chExt cx="3680460" cy="2453640"/>
          </a:xfrm>
        </p:grpSpPr>
        <p:sp>
          <p:nvSpPr>
            <p:cNvPr id="12" name="collage-2/rect-1"/>
            <p:cNvSpPr/>
            <p:nvPr/>
          </p:nvSpPr>
          <p:spPr>
            <a:xfrm>
              <a:off x="5143500" y="2242185"/>
              <a:ext cx="3680460" cy="2453640"/>
            </a:xfrm>
            <a:custGeom>
              <a:avLst/>
              <a:gdLst/>
              <a:ahLst/>
              <a:cxnLst/>
              <a:rect l="0" t="0" r="r" b="b"/>
              <a:pathLst>
                <a:path w="3680460" h="2453640">
                  <a:moveTo>
                    <a:pt x="276035" y="0"/>
                  </a:moveTo>
                  <a:lnTo>
                    <a:pt x="3404425" y="0"/>
                  </a:lnTo>
                  <a:cubicBezTo>
                    <a:pt x="3556875" y="0"/>
                    <a:pt x="3680460" y="123585"/>
                    <a:pt x="3680460" y="276035"/>
                  </a:cubicBezTo>
                  <a:lnTo>
                    <a:pt x="3680460" y="2177605"/>
                  </a:lnTo>
                  <a:cubicBezTo>
                    <a:pt x="3680460" y="2330055"/>
                    <a:pt x="3556875" y="2453640"/>
                    <a:pt x="3404425" y="2453640"/>
                  </a:cubicBezTo>
                  <a:lnTo>
                    <a:pt x="276035" y="2453640"/>
                  </a:lnTo>
                  <a:cubicBezTo>
                    <a:pt x="123585" y="2453640"/>
                    <a:pt x="0" y="2330055"/>
                    <a:pt x="0" y="2177605"/>
                  </a:cubicBezTo>
                  <a:lnTo>
                    <a:pt x="0" y="276035"/>
                  </a:lnTo>
                  <a:cubicBezTo>
                    <a:pt x="0" y="123585"/>
                    <a:pt x="123585" y="0"/>
                    <a:pt x="276035" y="0"/>
                  </a:cubicBezTo>
                  <a:close/>
                </a:path>
              </a:pathLst>
            </a:custGeom>
            <a:solidFill>
              <a:srgbClr val="1B4282"/>
            </a:solidFill>
            <a:ln>
              <a:noFill/>
            </a:ln>
          </p:spPr>
        </p:sp>
        <p:sp>
          <p:nvSpPr>
            <p:cNvPr id="13" name="collage-2/rect-2"/>
            <p:cNvSpPr/>
            <p:nvPr/>
          </p:nvSpPr>
          <p:spPr>
            <a:xfrm>
              <a:off x="5603558" y="3254312"/>
              <a:ext cx="214694" cy="429387"/>
            </a:xfrm>
            <a:custGeom>
              <a:avLst/>
              <a:gdLst/>
              <a:ahLst/>
              <a:cxnLst/>
              <a:rect l="0" t="0" r="r" b="b"/>
              <a:pathLst>
                <a:path w="214694" h="429387">
                  <a:moveTo>
                    <a:pt x="107347" y="0"/>
                  </a:moveTo>
                  <a:lnTo>
                    <a:pt x="107347" y="0"/>
                  </a:lnTo>
                  <a:cubicBezTo>
                    <a:pt x="166633" y="0"/>
                    <a:pt x="214694" y="48061"/>
                    <a:pt x="214694" y="107347"/>
                  </a:cubicBezTo>
                  <a:lnTo>
                    <a:pt x="214694" y="322040"/>
                  </a:lnTo>
                  <a:cubicBezTo>
                    <a:pt x="214694" y="381326"/>
                    <a:pt x="166633" y="429387"/>
                    <a:pt x="107347" y="429387"/>
                  </a:cubicBezTo>
                  <a:lnTo>
                    <a:pt x="107347" y="429387"/>
                  </a:lnTo>
                  <a:cubicBezTo>
                    <a:pt x="48061" y="429387"/>
                    <a:pt x="0" y="381326"/>
                    <a:pt x="0" y="322040"/>
                  </a:cubicBezTo>
                  <a:lnTo>
                    <a:pt x="0" y="107347"/>
                  </a:lnTo>
                  <a:cubicBezTo>
                    <a:pt x="0" y="48061"/>
                    <a:pt x="48061" y="0"/>
                    <a:pt x="107347" y="0"/>
                  </a:cubicBezTo>
                  <a:close/>
                </a:path>
              </a:pathLst>
            </a:custGeom>
            <a:solidFill>
              <a:srgbClr val="609BD3"/>
            </a:solidFill>
            <a:ln>
              <a:noFill/>
            </a:ln>
          </p:spPr>
        </p:sp>
        <p:sp>
          <p:nvSpPr>
            <p:cNvPr id="14" name="collage-2/rect-3"/>
            <p:cNvSpPr/>
            <p:nvPr/>
          </p:nvSpPr>
          <p:spPr>
            <a:xfrm>
              <a:off x="6002274" y="2947607"/>
              <a:ext cx="214694" cy="1042797"/>
            </a:xfrm>
            <a:custGeom>
              <a:avLst/>
              <a:gdLst/>
              <a:ahLst/>
              <a:cxnLst/>
              <a:rect l="0" t="0" r="r" b="b"/>
              <a:pathLst>
                <a:path w="214694" h="1042797">
                  <a:moveTo>
                    <a:pt x="107347" y="0"/>
                  </a:moveTo>
                  <a:lnTo>
                    <a:pt x="107347" y="0"/>
                  </a:lnTo>
                  <a:cubicBezTo>
                    <a:pt x="166633" y="0"/>
                    <a:pt x="214694" y="48061"/>
                    <a:pt x="214694" y="107347"/>
                  </a:cubicBezTo>
                  <a:lnTo>
                    <a:pt x="214694" y="935450"/>
                  </a:lnTo>
                  <a:cubicBezTo>
                    <a:pt x="214694" y="994736"/>
                    <a:pt x="166633" y="1042797"/>
                    <a:pt x="107347" y="1042797"/>
                  </a:cubicBezTo>
                  <a:lnTo>
                    <a:pt x="107347" y="1042797"/>
                  </a:lnTo>
                  <a:cubicBezTo>
                    <a:pt x="48061" y="1042797"/>
                    <a:pt x="0" y="994736"/>
                    <a:pt x="0" y="935450"/>
                  </a:cubicBezTo>
                  <a:lnTo>
                    <a:pt x="0" y="107347"/>
                  </a:lnTo>
                  <a:cubicBezTo>
                    <a:pt x="0" y="48061"/>
                    <a:pt x="48061" y="0"/>
                    <a:pt x="107347" y="0"/>
                  </a:cubicBezTo>
                  <a:close/>
                </a:path>
              </a:pathLst>
            </a:custGeom>
            <a:solidFill>
              <a:srgbClr val="609BD3"/>
            </a:solidFill>
            <a:ln>
              <a:noFill/>
            </a:ln>
          </p:spPr>
        </p:sp>
        <p:sp>
          <p:nvSpPr>
            <p:cNvPr id="15" name="collage-2/rect-4"/>
            <p:cNvSpPr/>
            <p:nvPr/>
          </p:nvSpPr>
          <p:spPr>
            <a:xfrm>
              <a:off x="6400991" y="2671572"/>
              <a:ext cx="214693" cy="1594866"/>
            </a:xfrm>
            <a:custGeom>
              <a:avLst/>
              <a:gdLst/>
              <a:ahLst/>
              <a:cxnLst/>
              <a:rect l="0" t="0" r="r" b="b"/>
              <a:pathLst>
                <a:path w="214693" h="1594866">
                  <a:moveTo>
                    <a:pt x="107347" y="0"/>
                  </a:moveTo>
                  <a:lnTo>
                    <a:pt x="107347" y="0"/>
                  </a:lnTo>
                  <a:cubicBezTo>
                    <a:pt x="166633" y="0"/>
                    <a:pt x="214693" y="48061"/>
                    <a:pt x="214693" y="107347"/>
                  </a:cubicBezTo>
                  <a:lnTo>
                    <a:pt x="214693" y="1487519"/>
                  </a:lnTo>
                  <a:cubicBezTo>
                    <a:pt x="214693" y="1546805"/>
                    <a:pt x="166633" y="1594866"/>
                    <a:pt x="107347" y="1594866"/>
                  </a:cubicBezTo>
                  <a:lnTo>
                    <a:pt x="107347" y="1594866"/>
                  </a:lnTo>
                  <a:cubicBezTo>
                    <a:pt x="48061" y="1594866"/>
                    <a:pt x="0" y="1546805"/>
                    <a:pt x="0" y="1487519"/>
                  </a:cubicBezTo>
                  <a:lnTo>
                    <a:pt x="0" y="107347"/>
                  </a:lnTo>
                  <a:cubicBezTo>
                    <a:pt x="0" y="48061"/>
                    <a:pt x="48061" y="0"/>
                    <a:pt x="107347" y="0"/>
                  </a:cubicBezTo>
                  <a:close/>
                </a:path>
              </a:pathLst>
            </a:custGeom>
            <a:solidFill>
              <a:srgbClr val="609BD3"/>
            </a:solidFill>
            <a:ln>
              <a:noFill/>
            </a:ln>
          </p:spPr>
        </p:sp>
        <p:sp>
          <p:nvSpPr>
            <p:cNvPr id="16" name="collage-2/rect-5"/>
            <p:cNvSpPr/>
            <p:nvPr/>
          </p:nvSpPr>
          <p:spPr>
            <a:xfrm>
              <a:off x="6799707" y="3070289"/>
              <a:ext cx="214693" cy="797433"/>
            </a:xfrm>
            <a:custGeom>
              <a:avLst/>
              <a:gdLst/>
              <a:ahLst/>
              <a:cxnLst/>
              <a:rect l="0" t="0" r="r" b="b"/>
              <a:pathLst>
                <a:path w="214693" h="797433">
                  <a:moveTo>
                    <a:pt x="107347" y="0"/>
                  </a:moveTo>
                  <a:lnTo>
                    <a:pt x="107347" y="0"/>
                  </a:lnTo>
                  <a:cubicBezTo>
                    <a:pt x="166633" y="0"/>
                    <a:pt x="214693" y="48061"/>
                    <a:pt x="214693" y="107347"/>
                  </a:cubicBezTo>
                  <a:lnTo>
                    <a:pt x="214693" y="690086"/>
                  </a:lnTo>
                  <a:cubicBezTo>
                    <a:pt x="214693" y="749372"/>
                    <a:pt x="166633" y="797433"/>
                    <a:pt x="107347" y="797433"/>
                  </a:cubicBezTo>
                  <a:lnTo>
                    <a:pt x="107347" y="797433"/>
                  </a:lnTo>
                  <a:cubicBezTo>
                    <a:pt x="48061" y="797433"/>
                    <a:pt x="0" y="749372"/>
                    <a:pt x="0" y="690086"/>
                  </a:cubicBezTo>
                  <a:lnTo>
                    <a:pt x="0" y="107347"/>
                  </a:lnTo>
                  <a:cubicBezTo>
                    <a:pt x="0" y="48061"/>
                    <a:pt x="48061" y="0"/>
                    <a:pt x="107347" y="0"/>
                  </a:cubicBezTo>
                  <a:close/>
                </a:path>
              </a:pathLst>
            </a:custGeom>
            <a:solidFill>
              <a:srgbClr val="609BD3"/>
            </a:solidFill>
            <a:ln>
              <a:noFill/>
            </a:ln>
          </p:spPr>
        </p:sp>
        <p:sp>
          <p:nvSpPr>
            <p:cNvPr id="17" name="collage-2/rect-6"/>
            <p:cNvSpPr/>
            <p:nvPr/>
          </p:nvSpPr>
          <p:spPr>
            <a:xfrm>
              <a:off x="7198424" y="2794254"/>
              <a:ext cx="214693" cy="1349502"/>
            </a:xfrm>
            <a:custGeom>
              <a:avLst/>
              <a:gdLst/>
              <a:ahLst/>
              <a:cxnLst/>
              <a:rect l="0" t="0" r="r" b="b"/>
              <a:pathLst>
                <a:path w="214693" h="1349502">
                  <a:moveTo>
                    <a:pt x="107347" y="0"/>
                  </a:moveTo>
                  <a:lnTo>
                    <a:pt x="107347" y="0"/>
                  </a:lnTo>
                  <a:cubicBezTo>
                    <a:pt x="166633" y="0"/>
                    <a:pt x="214693" y="48061"/>
                    <a:pt x="214693" y="107347"/>
                  </a:cubicBezTo>
                  <a:lnTo>
                    <a:pt x="214693" y="1242155"/>
                  </a:lnTo>
                  <a:cubicBezTo>
                    <a:pt x="214693" y="1301441"/>
                    <a:pt x="166633" y="1349502"/>
                    <a:pt x="107347" y="1349502"/>
                  </a:cubicBezTo>
                  <a:lnTo>
                    <a:pt x="107347" y="1349502"/>
                  </a:lnTo>
                  <a:cubicBezTo>
                    <a:pt x="48061" y="1349502"/>
                    <a:pt x="0" y="1301441"/>
                    <a:pt x="0" y="1242155"/>
                  </a:cubicBezTo>
                  <a:lnTo>
                    <a:pt x="0" y="107347"/>
                  </a:lnTo>
                  <a:cubicBezTo>
                    <a:pt x="0" y="48061"/>
                    <a:pt x="48061" y="0"/>
                    <a:pt x="107347" y="0"/>
                  </a:cubicBezTo>
                  <a:close/>
                </a:path>
              </a:pathLst>
            </a:custGeom>
            <a:solidFill>
              <a:srgbClr val="609BD3"/>
            </a:solidFill>
            <a:ln>
              <a:noFill/>
            </a:ln>
          </p:spPr>
        </p:sp>
        <p:sp>
          <p:nvSpPr>
            <p:cNvPr id="18" name="collage-2/rect-7"/>
            <p:cNvSpPr/>
            <p:nvPr/>
          </p:nvSpPr>
          <p:spPr>
            <a:xfrm>
              <a:off x="7597140" y="3131630"/>
              <a:ext cx="214694" cy="674751"/>
            </a:xfrm>
            <a:custGeom>
              <a:avLst/>
              <a:gdLst/>
              <a:ahLst/>
              <a:cxnLst/>
              <a:rect l="0" t="0" r="r" b="b"/>
              <a:pathLst>
                <a:path w="214694" h="674751">
                  <a:moveTo>
                    <a:pt x="107347" y="0"/>
                  </a:moveTo>
                  <a:lnTo>
                    <a:pt x="107347" y="0"/>
                  </a:lnTo>
                  <a:cubicBezTo>
                    <a:pt x="166633" y="0"/>
                    <a:pt x="214694" y="48061"/>
                    <a:pt x="214694" y="107347"/>
                  </a:cubicBezTo>
                  <a:lnTo>
                    <a:pt x="214694" y="567404"/>
                  </a:lnTo>
                  <a:cubicBezTo>
                    <a:pt x="214694" y="626690"/>
                    <a:pt x="166633" y="674751"/>
                    <a:pt x="107347" y="674751"/>
                  </a:cubicBezTo>
                  <a:lnTo>
                    <a:pt x="107347" y="674751"/>
                  </a:lnTo>
                  <a:cubicBezTo>
                    <a:pt x="48061" y="674751"/>
                    <a:pt x="0" y="626690"/>
                    <a:pt x="0" y="567404"/>
                  </a:cubicBezTo>
                  <a:lnTo>
                    <a:pt x="0" y="107347"/>
                  </a:lnTo>
                  <a:cubicBezTo>
                    <a:pt x="0" y="48061"/>
                    <a:pt x="48061" y="0"/>
                    <a:pt x="107347" y="0"/>
                  </a:cubicBezTo>
                  <a:close/>
                </a:path>
              </a:pathLst>
            </a:custGeom>
            <a:solidFill>
              <a:srgbClr val="609BD3"/>
            </a:solidFill>
            <a:ln>
              <a:noFill/>
            </a:ln>
          </p:spPr>
        </p:sp>
        <p:sp>
          <p:nvSpPr>
            <p:cNvPr id="19" name="collage-2/rect-8"/>
            <p:cNvSpPr/>
            <p:nvPr/>
          </p:nvSpPr>
          <p:spPr>
            <a:xfrm>
              <a:off x="7995857" y="3315653"/>
              <a:ext cx="214693" cy="306705"/>
            </a:xfrm>
            <a:custGeom>
              <a:avLst/>
              <a:gdLst/>
              <a:ahLst/>
              <a:cxnLst/>
              <a:rect l="0" t="0" r="r" b="b"/>
              <a:pathLst>
                <a:path w="214693" h="306705">
                  <a:moveTo>
                    <a:pt x="107347" y="0"/>
                  </a:moveTo>
                  <a:lnTo>
                    <a:pt x="107347" y="0"/>
                  </a:lnTo>
                  <a:cubicBezTo>
                    <a:pt x="166633" y="0"/>
                    <a:pt x="214693" y="48061"/>
                    <a:pt x="214693" y="107347"/>
                  </a:cubicBezTo>
                  <a:lnTo>
                    <a:pt x="214693" y="199358"/>
                  </a:lnTo>
                  <a:cubicBezTo>
                    <a:pt x="214693" y="258644"/>
                    <a:pt x="166633" y="306705"/>
                    <a:pt x="107347" y="306705"/>
                  </a:cubicBezTo>
                  <a:lnTo>
                    <a:pt x="107347" y="306705"/>
                  </a:lnTo>
                  <a:cubicBezTo>
                    <a:pt x="48061" y="306705"/>
                    <a:pt x="0" y="258644"/>
                    <a:pt x="0" y="199358"/>
                  </a:cubicBezTo>
                  <a:lnTo>
                    <a:pt x="0" y="107347"/>
                  </a:lnTo>
                  <a:cubicBezTo>
                    <a:pt x="0" y="48061"/>
                    <a:pt x="48061" y="0"/>
                    <a:pt x="107347" y="0"/>
                  </a:cubicBezTo>
                  <a:close/>
                </a:path>
              </a:pathLst>
            </a:custGeom>
            <a:solidFill>
              <a:srgbClr val="609BD3"/>
            </a:solidFill>
            <a:ln>
              <a:noFill/>
            </a:ln>
          </p:spPr>
        </p:sp>
      </p:grpSp>
      <p:sp>
        <p:nvSpPr>
          <p:cNvPr id="20" name="collage-2-tape" descr="baseera:pg_br9ir8y6s8/collage-2-tape"/>
          <p:cNvSpPr/>
          <p:nvPr/>
        </p:nvSpPr>
        <p:spPr>
          <a:xfrm rot="-360000">
            <a:off x="6320790" y="1977390"/>
            <a:ext cx="1324928" cy="381000"/>
          </a:xfrm>
          <a:prstGeom prst="roundRect">
            <a:avLst>
              <a:gd name="adj" fmla="val 10000"/>
            </a:avLst>
          </a:prstGeom>
          <a:solidFill>
            <a:srgbClr val="609BD3">
              <a:alpha val="75000"/>
            </a:srgbClr>
          </a:solidFill>
          <a:ln>
            <a:noFill/>
          </a:ln>
        </p:spPr>
      </p:sp>
      <p:grpSp>
        <p:nvGrpSpPr>
          <p:cNvPr id="21" name="collage-3" descr="فقاعة صامتة"/>
          <p:cNvGrpSpPr/>
          <p:nvPr/>
        </p:nvGrpSpPr>
        <p:grpSpPr>
          <a:xfrm rot="-120000">
            <a:off x="3743325" y="3751898"/>
            <a:ext cx="2640330" cy="2640330"/>
            <a:chOff x="3743325" y="3751898"/>
            <a:chExt cx="2640330" cy="2640330"/>
          </a:xfrm>
        </p:grpSpPr>
        <p:sp>
          <p:nvSpPr>
            <p:cNvPr id="22" name="collage-3/path-1"/>
            <p:cNvSpPr/>
            <p:nvPr/>
          </p:nvSpPr>
          <p:spPr>
            <a:xfrm>
              <a:off x="3959352" y="4231958"/>
              <a:ext cx="2208276" cy="1824228"/>
            </a:xfrm>
            <a:custGeom>
              <a:avLst/>
              <a:gdLst/>
              <a:ahLst/>
              <a:cxnLst/>
              <a:rect l="0" t="0" r="r" b="b"/>
              <a:pathLst>
                <a:path w="2208276" h="1824228">
                  <a:moveTo>
                    <a:pt x="144018" y="0"/>
                  </a:moveTo>
                  <a:lnTo>
                    <a:pt x="2064258" y="0"/>
                  </a:lnTo>
                  <a:cubicBezTo>
                    <a:pt x="2143797" y="0"/>
                    <a:pt x="2208276" y="64479"/>
                    <a:pt x="2208276" y="144018"/>
                  </a:cubicBezTo>
                  <a:lnTo>
                    <a:pt x="2208276" y="1200150"/>
                  </a:lnTo>
                  <a:cubicBezTo>
                    <a:pt x="2208276" y="1279689"/>
                    <a:pt x="2143797" y="1344168"/>
                    <a:pt x="2064258" y="1344168"/>
                  </a:cubicBezTo>
                  <a:lnTo>
                    <a:pt x="1224153" y="1344168"/>
                  </a:lnTo>
                  <a:lnTo>
                    <a:pt x="792099" y="1824228"/>
                  </a:lnTo>
                  <a:lnTo>
                    <a:pt x="840105" y="1344168"/>
                  </a:lnTo>
                  <a:lnTo>
                    <a:pt x="144018" y="1344168"/>
                  </a:lnTo>
                  <a:cubicBezTo>
                    <a:pt x="64479" y="1344168"/>
                    <a:pt x="0" y="1279689"/>
                    <a:pt x="0" y="1200150"/>
                  </a:cubicBezTo>
                  <a:lnTo>
                    <a:pt x="0" y="144018"/>
                  </a:lnTo>
                  <a:cubicBezTo>
                    <a:pt x="0" y="64479"/>
                    <a:pt x="64479" y="0"/>
                    <a:pt x="144018" y="0"/>
                  </a:cubicBezTo>
                  <a:close/>
                </a:path>
              </a:pathLst>
            </a:custGeom>
            <a:solidFill>
              <a:srgbClr val="1B4282"/>
            </a:solidFill>
            <a:ln w="72009" cap="flat">
              <a:solidFill>
                <a:srgbClr val="FFFFFF"/>
              </a:solidFill>
              <a:miter lim="800000"/>
            </a:ln>
          </p:spPr>
        </p:sp>
        <p:sp>
          <p:nvSpPr>
            <p:cNvPr id="23" name="collage-3/path-2"/>
            <p:cNvSpPr/>
            <p:nvPr/>
          </p:nvSpPr>
          <p:spPr>
            <a:xfrm>
              <a:off x="4583430" y="4904042"/>
              <a:ext cx="960120" cy="953"/>
            </a:xfrm>
            <a:custGeom>
              <a:avLst/>
              <a:gdLst/>
              <a:ahLst/>
              <a:cxnLst/>
              <a:rect l="0" t="0" r="r" b="b"/>
              <a:pathLst>
                <a:path w="960120" h="953">
                  <a:moveTo>
                    <a:pt x="0" y="0"/>
                  </a:moveTo>
                  <a:lnTo>
                    <a:pt x="960120" y="0"/>
                  </a:lnTo>
                </a:path>
              </a:pathLst>
            </a:custGeom>
            <a:solidFill>
              <a:srgbClr val="000000"/>
            </a:solidFill>
            <a:ln w="96012" cap="rnd">
              <a:solidFill>
                <a:srgbClr val="FFFFFF"/>
              </a:solidFill>
              <a:miter lim="800000"/>
            </a:ln>
          </p:spPr>
        </p:sp>
      </p:grpSp>
      <p:sp>
        <p:nvSpPr>
          <p:cNvPr id="24" name="collage-3-tape" descr="baseera:pg_br9ir8y6s8/collage-3-tape"/>
          <p:cNvSpPr/>
          <p:nvPr/>
        </p:nvSpPr>
        <p:spPr>
          <a:xfrm rot="180000">
            <a:off x="4458653" y="3580448"/>
            <a:ext cx="1209675" cy="381000"/>
          </a:xfrm>
          <a:prstGeom prst="roundRect">
            <a:avLst>
              <a:gd name="adj" fmla="val 10000"/>
            </a:avLst>
          </a:prstGeom>
          <a:solidFill>
            <a:srgbClr val="609BD3">
              <a:alpha val="75000"/>
            </a:srgbClr>
          </a:solidFill>
          <a:ln>
            <a:noFill/>
          </a:ln>
        </p:spPr>
      </p:sp>
      <p:sp>
        <p:nvSpPr>
          <p:cNvPr id="25" name="kicker-bg" descr="baseera:pg_br9ir8y6s8/kicker-bg"/>
          <p:cNvSpPr/>
          <p:nvPr/>
        </p:nvSpPr>
        <p:spPr>
          <a:xfrm>
            <a:off x="7265670" y="6834188"/>
            <a:ext cx="1878330" cy="580073"/>
          </a:xfrm>
          <a:prstGeom prst="roundRect">
            <a:avLst>
              <a:gd name="adj" fmla="val 6568"/>
            </a:avLst>
          </a:prstGeom>
          <a:solidFill>
            <a:srgbClr val="609BD3"/>
          </a:solidFill>
          <a:ln>
            <a:noFill/>
          </a:ln>
        </p:spPr>
      </p:sp>
      <p:sp>
        <p:nvSpPr>
          <p:cNvPr id="26" name="kicker" descr="baseera:pg_br9ir8y6s8/kicker"/>
          <p:cNvSpPr txBox="1"/>
          <p:nvPr/>
        </p:nvSpPr>
        <p:spPr>
          <a:xfrm>
            <a:off x="7514273" y="6931343"/>
            <a:ext cx="1381125" cy="3867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75" b="1" dirty="0">
                <a:solidFill>
                  <a:srgbClr val="0E2A5C"/>
                </a:solidFill>
                <a:latin typeface="Tajawal"/>
                <a:ea typeface="Tajawal"/>
                <a:cs typeface="Tajawal"/>
              </a:rPr>
              <a:t>دليل عملي</a:t>
            </a:r>
            <a:endParaRPr lang="ar-SA" sz="2175" dirty="0"/>
          </a:p>
        </p:txBody>
      </p:sp>
      <p:sp>
        <p:nvSpPr>
          <p:cNvPr id="27" name="title" descr="baseera:pg_br9ir8y6s8/title"/>
          <p:cNvSpPr txBox="1"/>
          <p:nvPr/>
        </p:nvSpPr>
        <p:spPr>
          <a:xfrm>
            <a:off x="1143000" y="7658100"/>
            <a:ext cx="8001000" cy="2377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936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7200" b="1" dirty="0">
                <a:solidFill>
                  <a:srgbClr val="FFFFFF"/>
                </a:solidFill>
                <a:latin typeface="Cairo"/>
                <a:ea typeface="Cairo"/>
                <a:cs typeface="Cairo"/>
              </a:rPr>
              <a:t>كيف تتكلم </a:t>
            </a:r>
            <a:r>
              <a:rPr lang="ar-SA" altLang="en-US" sz="7200" b="1" dirty="0">
                <a:solidFill>
                  <a:srgbClr val="609BD3"/>
                </a:solidFill>
                <a:latin typeface="Cairo"/>
                <a:ea typeface="Cairo"/>
                <a:cs typeface="Cairo"/>
              </a:rPr>
              <a:t>فيُنصت</a:t>
            </a:r>
            <a:r>
              <a:rPr lang="ar-SA" altLang="en-US" sz="7200" b="1" dirty="0">
                <a:solidFill>
                  <a:srgbClr val="FFFFFF"/>
                </a:solidFill>
                <a:latin typeface="Cairo"/>
                <a:ea typeface="Cairo"/>
                <a:cs typeface="Cairo"/>
              </a:rPr>
              <a:t> لك الآخرون؟</a:t>
            </a:r>
            <a:endParaRPr lang="ar-SA" sz="7200" dirty="0"/>
          </a:p>
        </p:txBody>
      </p:sp>
      <p:sp>
        <p:nvSpPr>
          <p:cNvPr id="28" name="subtitle" descr="baseera:pg_br9ir8y6s8/subtitle"/>
          <p:cNvSpPr txBox="1"/>
          <p:nvPr/>
        </p:nvSpPr>
        <p:spPr>
          <a:xfrm>
            <a:off x="1143000" y="10312718"/>
            <a:ext cx="8001000" cy="582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700" b="0" dirty="0">
                <a:solidFill>
                  <a:srgbClr val="C7D3E4"/>
                </a:solidFill>
                <a:latin typeface="Tajawal"/>
                <a:ea typeface="Tajawal"/>
                <a:cs typeface="Tajawal"/>
              </a:rPr>
              <a:t>6 عادات بسيطة تجعل لكلامك وزنًا — احفظه وارجع إليه.</a:t>
            </a:r>
            <a:endParaRPr lang="ar-SA" sz="2700" dirty="0"/>
          </a:p>
        </p:txBody>
      </p:sp>
      <p:sp>
        <p:nvSpPr>
          <p:cNvPr id="29" name="sys-progress-track" descr="baseera:pg_br9ir8y6s8/sys-progress-track"/>
          <p:cNvSpPr/>
          <p:nvPr/>
        </p:nvSpPr>
        <p:spPr>
          <a:xfrm>
            <a:off x="0" y="0"/>
            <a:ext cx="10287000" cy="114300"/>
          </a:xfrm>
          <a:prstGeom prst="rect">
            <a:avLst/>
          </a:prstGeom>
          <a:solidFill>
            <a:srgbClr val="1B4282"/>
          </a:solidFill>
          <a:ln>
            <a:noFill/>
          </a:ln>
        </p:spPr>
      </p:sp>
      <p:sp>
        <p:nvSpPr>
          <p:cNvPr id="30" name="sys-progress" descr="baseera:pg_br9ir8y6s8/sys-progress"/>
          <p:cNvSpPr/>
          <p:nvPr/>
        </p:nvSpPr>
        <p:spPr>
          <a:xfrm>
            <a:off x="9001125" y="0"/>
            <a:ext cx="1285875" cy="114300"/>
          </a:xfrm>
          <a:prstGeom prst="rect">
            <a:avLst/>
          </a:prstGeom>
          <a:solidFill>
            <a:srgbClr val="609BD3"/>
          </a:solidFill>
          <a:ln>
            <a:noFill/>
          </a:ln>
        </p:spPr>
      </p:sp>
      <p:sp>
        <p:nvSpPr>
          <p:cNvPr id="31" name="sys-counter-bg" descr="baseera:pg_br9ir8y6s8/sys-counter-bg"/>
          <p:cNvSpPr/>
          <p:nvPr/>
        </p:nvSpPr>
        <p:spPr>
          <a:xfrm>
            <a:off x="914400" y="495300"/>
            <a:ext cx="2438400" cy="552450"/>
          </a:xfrm>
          <a:prstGeom prst="roundRect">
            <a:avLst>
              <a:gd name="adj" fmla="val 50000"/>
            </a:avLst>
          </a:prstGeom>
          <a:solidFill>
            <a:srgbClr val="1B4282"/>
          </a:solidFill>
          <a:ln>
            <a:noFill/>
          </a:ln>
        </p:spPr>
      </p:sp>
      <p:sp>
        <p:nvSpPr>
          <p:cNvPr id="32" name="sys-counter" descr="baseera:pg_br9ir8y6s8/sys-counter"/>
          <p:cNvSpPr txBox="1"/>
          <p:nvPr/>
        </p:nvSpPr>
        <p:spPr>
          <a:xfrm>
            <a:off x="1162050" y="571500"/>
            <a:ext cx="194310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C7D3E4"/>
                </a:solidFill>
                <a:latin typeface="Tajawal"/>
                <a:ea typeface="Tajawal"/>
                <a:cs typeface="Tajawal"/>
              </a:rPr>
              <a:t>الشريحة 1 من 8</a:t>
            </a:r>
            <a:endParaRPr lang="ar-SA" sz="2100" dirty="0"/>
          </a:p>
        </p:txBody>
      </p:sp>
      <p:sp>
        <p:nvSpPr>
          <p:cNvPr id="33" name="sys-swipe-bg" descr="baseera:pg_br9ir8y6s8/sys-swipe-bg"/>
          <p:cNvSpPr/>
          <p:nvPr/>
        </p:nvSpPr>
        <p:spPr>
          <a:xfrm>
            <a:off x="914400" y="11620500"/>
            <a:ext cx="2895600" cy="666750"/>
          </a:xfrm>
          <a:prstGeom prst="roundRect">
            <a:avLst>
              <a:gd name="adj" fmla="val 50000"/>
            </a:avLst>
          </a:prstGeom>
          <a:solidFill>
            <a:srgbClr val="609BD3"/>
          </a:solidFill>
          <a:ln>
            <a:noFill/>
          </a:ln>
        </p:spPr>
      </p:sp>
      <p:sp>
        <p:nvSpPr>
          <p:cNvPr id="34" name="sys-swipe" descr="baseera:pg_br9ir8y6s8/sys-swipe"/>
          <p:cNvSpPr txBox="1"/>
          <p:nvPr/>
        </p:nvSpPr>
        <p:spPr>
          <a:xfrm>
            <a:off x="1600200" y="11753850"/>
            <a:ext cx="192405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" b="1" dirty="0">
                <a:solidFill>
                  <a:srgbClr val="0E2A5C"/>
                </a:solidFill>
                <a:latin typeface="Tajawal"/>
                <a:ea typeface="Tajawal"/>
                <a:cs typeface="Tajawal"/>
              </a:rPr>
              <a:t>اسحب لليسار</a:t>
            </a:r>
            <a:endParaRPr lang="ar-SA" sz="2250" dirty="0"/>
          </a:p>
        </p:txBody>
      </p:sp>
      <p:sp>
        <p:nvSpPr>
          <p:cNvPr id="35" name="sys-swipe-arrow" descr="baseera:pg_br9ir8y6s8/sys-swipe-arrow"/>
          <p:cNvSpPr/>
          <p:nvPr/>
        </p:nvSpPr>
        <p:spPr>
          <a:xfrm>
            <a:off x="1143000" y="11791950"/>
            <a:ext cx="323850" cy="323850"/>
          </a:xfrm>
          <a:custGeom>
            <a:avLst/>
            <a:gdLst/>
            <a:ahLst/>
            <a:cxnLst/>
            <a:rect l="0" t="0" r="r" b="b"/>
            <a:pathLst>
              <a:path w="323850" h="323850" fill="none">
                <a:moveTo>
                  <a:pt x="269875" y="161925"/>
                </a:moveTo>
                <a:lnTo>
                  <a:pt x="67469" y="161925"/>
                </a:lnTo>
                <a:moveTo>
                  <a:pt x="148431" y="80963"/>
                </a:moveTo>
                <a:lnTo>
                  <a:pt x="67469" y="161925"/>
                </a:lnTo>
                <a:lnTo>
                  <a:pt x="148431" y="242888"/>
                </a:lnTo>
              </a:path>
            </a:pathLst>
          </a:custGeom>
          <a:noFill/>
          <a:ln w="33734" cap="rnd">
            <a:solidFill>
              <a:srgbClr val="0E2A5C"/>
            </a:solidFill>
            <a:round/>
          </a:ln>
        </p:spPr>
      </p:sp>
      <p:sp>
        <p:nvSpPr>
          <p:cNvPr id="36" name="sys-avatar-bg" descr="baseera:pg_br9ir8y6s8/sys-avatar-bg"/>
          <p:cNvSpPr/>
          <p:nvPr/>
        </p:nvSpPr>
        <p:spPr>
          <a:xfrm>
            <a:off x="8572500" y="11525250"/>
            <a:ext cx="800100" cy="800100"/>
          </a:xfrm>
          <a:prstGeom prst="ellipse">
            <a:avLst/>
          </a:prstGeom>
          <a:solidFill>
            <a:srgbClr val="609BD3"/>
          </a:solidFill>
          <a:ln>
            <a:noFill/>
          </a:ln>
        </p:spPr>
      </p:sp>
      <p:sp>
        <p:nvSpPr>
          <p:cNvPr id="37" name="sys-avatar-initial" descr="baseera:pg_br9ir8y6s8/sys-avatar-initial"/>
          <p:cNvSpPr txBox="1"/>
          <p:nvPr/>
        </p:nvSpPr>
        <p:spPr>
          <a:xfrm>
            <a:off x="8572500" y="11671935"/>
            <a:ext cx="800100" cy="5067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850" b="1" dirty="0">
                <a:solidFill>
                  <a:srgbClr val="0E2A5C"/>
                </a:solidFill>
                <a:latin typeface="Cairo"/>
                <a:ea typeface="Cairo"/>
                <a:cs typeface="Cairo"/>
              </a:rPr>
              <a:t>ك</a:t>
            </a:r>
            <a:endParaRPr lang="ar-SA" sz="2850" dirty="0"/>
          </a:p>
        </p:txBody>
      </p:sp>
      <p:sp>
        <p:nvSpPr>
          <p:cNvPr id="38" name="sys-brand-name" descr="baseera:pg_br9ir8y6s8/sys-brand-name"/>
          <p:cNvSpPr txBox="1"/>
          <p:nvPr/>
        </p:nvSpPr>
        <p:spPr>
          <a:xfrm>
            <a:off x="7019925" y="11565255"/>
            <a:ext cx="1381125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 rtl="1">
              <a:lnSpc>
                <a:spcPts val="3038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" b="1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250" dirty="0"/>
          </a:p>
        </p:txBody>
      </p:sp>
      <p:sp>
        <p:nvSpPr>
          <p:cNvPr id="39" name="sys-brand-handle" descr="baseera:pg_br9ir8y6s8/sys-brand-handle"/>
          <p:cNvSpPr txBox="1"/>
          <p:nvPr/>
        </p:nvSpPr>
        <p:spPr>
          <a:xfrm>
            <a:off x="7019925" y="11951018"/>
            <a:ext cx="1381125" cy="3343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 rtl="1">
              <a:lnSpc>
                <a:spcPts val="2633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0" dirty="0">
                <a:solidFill>
                  <a:srgbClr val="C7D3E4"/>
                </a:solidFill>
                <a:latin typeface="Tajawal"/>
                <a:ea typeface="Tajawal"/>
                <a:cs typeface="Tajawal"/>
              </a:rPr>
              <a:t>@kitabwbs</a:t>
            </a:r>
            <a:endParaRPr lang="ar-SA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-content-0" descr="baseera:pg_bcut1euiph/style-content-0"/>
          <p:cNvSpPr/>
          <p:nvPr/>
        </p:nvSpPr>
        <p:spPr>
          <a:xfrm rot="66000">
            <a:off x="723900" y="1162050"/>
            <a:ext cx="8839200" cy="10267950"/>
          </a:xfrm>
          <a:prstGeom prst="roundRect">
            <a:avLst>
              <a:gd name="adj" fmla="val 647"/>
            </a:avLst>
          </a:prstGeom>
          <a:solidFill>
            <a:srgbClr val="E9F0F8"/>
          </a:solidFill>
          <a:ln>
            <a:noFill/>
          </a:ln>
        </p:spPr>
      </p:sp>
      <p:sp>
        <p:nvSpPr>
          <p:cNvPr id="3" name="style-content-1" descr="baseera:pg_bcut1euiph/style-content-1"/>
          <p:cNvSpPr/>
          <p:nvPr/>
        </p:nvSpPr>
        <p:spPr>
          <a:xfrm rot="420000">
            <a:off x="1371600" y="952500"/>
            <a:ext cx="1428750" cy="361950"/>
          </a:xfrm>
          <a:prstGeom prst="roundRect">
            <a:avLst>
              <a:gd name="adj" fmla="val 7895"/>
            </a:avLst>
          </a:prstGeom>
          <a:solidFill>
            <a:srgbClr val="2C76BD">
              <a:alpha val="85000"/>
            </a:srgbClr>
          </a:solidFill>
          <a:ln>
            <a:noFill/>
          </a:ln>
        </p:spPr>
      </p:sp>
      <p:sp>
        <p:nvSpPr>
          <p:cNvPr id="4" name="number" descr="baseera:pg_bcut1euiph/number"/>
          <p:cNvSpPr txBox="1"/>
          <p:nvPr/>
        </p:nvSpPr>
        <p:spPr>
          <a:xfrm>
            <a:off x="1143000" y="2208848"/>
            <a:ext cx="8001000" cy="3143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247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0" b="1" dirty="0">
                <a:solidFill>
                  <a:srgbClr val="2C76BD"/>
                </a:solidFill>
                <a:latin typeface="Cairo"/>
                <a:ea typeface="Cairo"/>
                <a:cs typeface="Cairo"/>
              </a:rPr>
              <a:t>1</a:t>
            </a:r>
            <a:endParaRPr lang="ar-SA" sz="22500" dirty="0"/>
          </a:p>
        </p:txBody>
      </p:sp>
      <p:sp>
        <p:nvSpPr>
          <p:cNvPr id="5" name="title" descr="baseera:pg_bcut1euiph/title"/>
          <p:cNvSpPr txBox="1"/>
          <p:nvPr/>
        </p:nvSpPr>
        <p:spPr>
          <a:xfrm>
            <a:off x="1847850" y="5580698"/>
            <a:ext cx="7296150" cy="3194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12578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9675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ابدأ </a:t>
            </a:r>
            <a:r>
              <a:rPr lang="ar-SA" altLang="en-US" sz="9675" b="1" dirty="0">
                <a:solidFill>
                  <a:srgbClr val="2C76BD"/>
                </a:solidFill>
                <a:latin typeface="Cairo"/>
                <a:ea typeface="Cairo"/>
                <a:cs typeface="Cairo"/>
              </a:rPr>
              <a:t>بالسؤال</a:t>
            </a:r>
            <a:r>
              <a:rPr lang="ar-SA" altLang="en-US" sz="9675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 لا بالجواب</a:t>
            </a:r>
            <a:endParaRPr lang="ar-SA" sz="9675" dirty="0"/>
          </a:p>
        </p:txBody>
      </p:sp>
      <p:sp>
        <p:nvSpPr>
          <p:cNvPr id="6" name="subtitle" descr="baseera:pg_bcut1euiph/subtitle"/>
          <p:cNvSpPr txBox="1"/>
          <p:nvPr/>
        </p:nvSpPr>
        <p:spPr>
          <a:xfrm>
            <a:off x="1143000" y="9118283"/>
            <a:ext cx="8001000" cy="1341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E5866"/>
                </a:solidFill>
                <a:latin typeface="Tajawal"/>
                <a:ea typeface="Tajawal"/>
                <a:cs typeface="Tajawal"/>
              </a:rPr>
              <a:t>سؤال مفتوح واحد يجعل محدّثك شريكًا في الحديث لا مستمعًا له.</a:t>
            </a:r>
            <a:endParaRPr lang="ar-SA" sz="3300" dirty="0"/>
          </a:p>
        </p:txBody>
      </p:sp>
      <p:sp>
        <p:nvSpPr>
          <p:cNvPr id="7" name="sys-progress-track" descr="baseera:pg_bcut1euiph/sys-progress-track"/>
          <p:cNvSpPr/>
          <p:nvPr/>
        </p:nvSpPr>
        <p:spPr>
          <a:xfrm>
            <a:off x="0" y="0"/>
            <a:ext cx="10287000" cy="114300"/>
          </a:xfrm>
          <a:prstGeom prst="rect">
            <a:avLst/>
          </a:prstGeom>
          <a:solidFill>
            <a:srgbClr val="E9F0F8"/>
          </a:solidFill>
          <a:ln>
            <a:noFill/>
          </a:ln>
        </p:spPr>
      </p:sp>
      <p:sp>
        <p:nvSpPr>
          <p:cNvPr id="8" name="sys-progress" descr="baseera:pg_bcut1euiph/sys-progress"/>
          <p:cNvSpPr/>
          <p:nvPr/>
        </p:nvSpPr>
        <p:spPr>
          <a:xfrm>
            <a:off x="7715250" y="0"/>
            <a:ext cx="2571750" cy="114300"/>
          </a:xfrm>
          <a:prstGeom prst="rect">
            <a:avLst/>
          </a:prstGeom>
          <a:solidFill>
            <a:srgbClr val="2C76BD"/>
          </a:solidFill>
          <a:ln>
            <a:noFill/>
          </a:ln>
        </p:spPr>
      </p:sp>
      <p:sp>
        <p:nvSpPr>
          <p:cNvPr id="9" name="sys-counter-bg" descr="baseera:pg_bcut1euiph/sys-counter-bg"/>
          <p:cNvSpPr/>
          <p:nvPr/>
        </p:nvSpPr>
        <p:spPr>
          <a:xfrm>
            <a:off x="914400" y="495300"/>
            <a:ext cx="2466975" cy="552450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>
            <a:noFill/>
          </a:ln>
        </p:spPr>
      </p:sp>
      <p:sp>
        <p:nvSpPr>
          <p:cNvPr id="10" name="sys-counter" descr="baseera:pg_bcut1euiph/sys-counter"/>
          <p:cNvSpPr txBox="1"/>
          <p:nvPr/>
        </p:nvSpPr>
        <p:spPr>
          <a:xfrm>
            <a:off x="1162050" y="571500"/>
            <a:ext cx="1971675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4E5866"/>
                </a:solidFill>
                <a:latin typeface="Tajawal"/>
                <a:ea typeface="Tajawal"/>
                <a:cs typeface="Tajawal"/>
              </a:rPr>
              <a:t>الشريحة 2 من 8</a:t>
            </a:r>
            <a:endParaRPr lang="ar-SA" sz="2100" dirty="0"/>
          </a:p>
        </p:txBody>
      </p:sp>
      <p:sp>
        <p:nvSpPr>
          <p:cNvPr id="11" name="sys-swipe-bg" descr="baseera:pg_bcut1euiph/sys-swipe-bg"/>
          <p:cNvSpPr/>
          <p:nvPr/>
        </p:nvSpPr>
        <p:spPr>
          <a:xfrm>
            <a:off x="914400" y="11620500"/>
            <a:ext cx="2895600" cy="666750"/>
          </a:xfrm>
          <a:prstGeom prst="roundRect">
            <a:avLst>
              <a:gd name="adj" fmla="val 50000"/>
            </a:avLst>
          </a:prstGeom>
          <a:solidFill>
            <a:srgbClr val="2C76BD"/>
          </a:solidFill>
          <a:ln>
            <a:noFill/>
          </a:ln>
        </p:spPr>
      </p:sp>
      <p:sp>
        <p:nvSpPr>
          <p:cNvPr id="12" name="sys-swipe" descr="baseera:pg_bcut1euiph/sys-swipe"/>
          <p:cNvSpPr txBox="1"/>
          <p:nvPr/>
        </p:nvSpPr>
        <p:spPr>
          <a:xfrm>
            <a:off x="1600200" y="11753850"/>
            <a:ext cx="192405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" b="1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اسحب لليسار</a:t>
            </a:r>
            <a:endParaRPr lang="ar-SA" sz="2250" dirty="0"/>
          </a:p>
        </p:txBody>
      </p:sp>
      <p:sp>
        <p:nvSpPr>
          <p:cNvPr id="13" name="sys-swipe-arrow" descr="baseera:pg_bcut1euiph/sys-swipe-arrow"/>
          <p:cNvSpPr/>
          <p:nvPr/>
        </p:nvSpPr>
        <p:spPr>
          <a:xfrm>
            <a:off x="1143000" y="11791950"/>
            <a:ext cx="323850" cy="323850"/>
          </a:xfrm>
          <a:custGeom>
            <a:avLst/>
            <a:gdLst/>
            <a:ahLst/>
            <a:cxnLst/>
            <a:rect l="0" t="0" r="r" b="b"/>
            <a:pathLst>
              <a:path w="323850" h="323850" fill="none">
                <a:moveTo>
                  <a:pt x="269875" y="161925"/>
                </a:moveTo>
                <a:lnTo>
                  <a:pt x="67469" y="161925"/>
                </a:lnTo>
                <a:moveTo>
                  <a:pt x="148431" y="80963"/>
                </a:moveTo>
                <a:lnTo>
                  <a:pt x="67469" y="161925"/>
                </a:lnTo>
                <a:lnTo>
                  <a:pt x="148431" y="242888"/>
                </a:lnTo>
              </a:path>
            </a:pathLst>
          </a:custGeom>
          <a:noFill/>
          <a:ln w="33734" cap="rnd">
            <a:solidFill>
              <a:srgbClr val="FFFFFF"/>
            </a:solidFill>
            <a:round/>
          </a:ln>
        </p:spPr>
      </p:sp>
      <p:sp>
        <p:nvSpPr>
          <p:cNvPr id="14" name="sys-avatar-bg" descr="baseera:pg_bcut1euiph/sys-avatar-bg"/>
          <p:cNvSpPr/>
          <p:nvPr/>
        </p:nvSpPr>
        <p:spPr>
          <a:xfrm>
            <a:off x="8572500" y="11525250"/>
            <a:ext cx="800100" cy="800100"/>
          </a:xfrm>
          <a:prstGeom prst="ellipse">
            <a:avLst/>
          </a:prstGeom>
          <a:solidFill>
            <a:srgbClr val="2C76BD"/>
          </a:solidFill>
          <a:ln>
            <a:noFill/>
          </a:ln>
        </p:spPr>
      </p:sp>
      <p:sp>
        <p:nvSpPr>
          <p:cNvPr id="15" name="sys-avatar-initial" descr="baseera:pg_bcut1euiph/sys-avatar-initial"/>
          <p:cNvSpPr txBox="1"/>
          <p:nvPr/>
        </p:nvSpPr>
        <p:spPr>
          <a:xfrm>
            <a:off x="8572500" y="11671935"/>
            <a:ext cx="800100" cy="5067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850" b="1" dirty="0">
                <a:solidFill>
                  <a:srgbClr val="FFFFFF"/>
                </a:solidFill>
                <a:latin typeface="Cairo"/>
                <a:ea typeface="Cairo"/>
                <a:cs typeface="Cairo"/>
              </a:rPr>
              <a:t>ك</a:t>
            </a:r>
            <a:endParaRPr lang="ar-SA" sz="2850" dirty="0"/>
          </a:p>
        </p:txBody>
      </p:sp>
      <p:sp>
        <p:nvSpPr>
          <p:cNvPr id="16" name="sys-brand-name" descr="baseera:pg_bcut1euiph/sys-brand-name"/>
          <p:cNvSpPr txBox="1"/>
          <p:nvPr/>
        </p:nvSpPr>
        <p:spPr>
          <a:xfrm>
            <a:off x="7019925" y="11565255"/>
            <a:ext cx="1381125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 rtl="1">
              <a:lnSpc>
                <a:spcPts val="3038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" b="1" dirty="0">
                <a:solidFill>
                  <a:srgbClr val="14181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250" dirty="0"/>
          </a:p>
        </p:txBody>
      </p:sp>
      <p:sp>
        <p:nvSpPr>
          <p:cNvPr id="17" name="sys-brand-handle" descr="baseera:pg_bcut1euiph/sys-brand-handle"/>
          <p:cNvSpPr txBox="1"/>
          <p:nvPr/>
        </p:nvSpPr>
        <p:spPr>
          <a:xfrm>
            <a:off x="7019925" y="11951018"/>
            <a:ext cx="1381125" cy="3343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 rtl="1">
              <a:lnSpc>
                <a:spcPts val="2633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0" dirty="0">
                <a:solidFill>
                  <a:srgbClr val="4E5866"/>
                </a:solidFill>
                <a:latin typeface="Tajawal"/>
                <a:ea typeface="Tajawal"/>
                <a:cs typeface="Tajawal"/>
              </a:rPr>
              <a:t>@kitabwbs</a:t>
            </a:r>
            <a:endParaRPr lang="ar-SA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-content-0" descr="baseera:pg_ii0xanglbn/style-content-0"/>
          <p:cNvSpPr/>
          <p:nvPr/>
        </p:nvSpPr>
        <p:spPr>
          <a:xfrm rot="66000">
            <a:off x="723900" y="1162050"/>
            <a:ext cx="8839200" cy="10267950"/>
          </a:xfrm>
          <a:prstGeom prst="roundRect">
            <a:avLst>
              <a:gd name="adj" fmla="val 647"/>
            </a:avLst>
          </a:prstGeom>
          <a:solidFill>
            <a:srgbClr val="1B4282"/>
          </a:solidFill>
          <a:ln>
            <a:noFill/>
          </a:ln>
        </p:spPr>
      </p:sp>
      <p:sp>
        <p:nvSpPr>
          <p:cNvPr id="3" name="style-content-1" descr="baseera:pg_ii0xanglbn/style-content-1"/>
          <p:cNvSpPr/>
          <p:nvPr/>
        </p:nvSpPr>
        <p:spPr>
          <a:xfrm rot="420000">
            <a:off x="1371600" y="952500"/>
            <a:ext cx="1428750" cy="361950"/>
          </a:xfrm>
          <a:prstGeom prst="roundRect">
            <a:avLst>
              <a:gd name="adj" fmla="val 7895"/>
            </a:avLst>
          </a:prstGeom>
          <a:solidFill>
            <a:srgbClr val="609BD3">
              <a:alpha val="85000"/>
            </a:srgbClr>
          </a:solidFill>
          <a:ln>
            <a:noFill/>
          </a:ln>
        </p:spPr>
      </p:sp>
      <p:sp>
        <p:nvSpPr>
          <p:cNvPr id="4" name="number" descr="baseera:pg_ii0xanglbn/number"/>
          <p:cNvSpPr txBox="1"/>
          <p:nvPr/>
        </p:nvSpPr>
        <p:spPr>
          <a:xfrm>
            <a:off x="1143000" y="2456498"/>
            <a:ext cx="8001000" cy="3143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247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0" b="1" dirty="0">
                <a:solidFill>
                  <a:srgbClr val="609BD3"/>
                </a:solidFill>
                <a:latin typeface="Cairo"/>
                <a:ea typeface="Cairo"/>
                <a:cs typeface="Cairo"/>
              </a:rPr>
              <a:t>2</a:t>
            </a:r>
            <a:endParaRPr lang="ar-SA" sz="22500" dirty="0"/>
          </a:p>
        </p:txBody>
      </p:sp>
      <p:sp>
        <p:nvSpPr>
          <p:cNvPr id="5" name="title" descr="baseera:pg_ii0xanglbn/title"/>
          <p:cNvSpPr txBox="1"/>
          <p:nvPr/>
        </p:nvSpPr>
        <p:spPr>
          <a:xfrm>
            <a:off x="2971800" y="5828348"/>
            <a:ext cx="6172200" cy="26993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10628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8175" b="1" dirty="0">
                <a:solidFill>
                  <a:srgbClr val="FFFFFF"/>
                </a:solidFill>
                <a:latin typeface="Cairo"/>
                <a:ea typeface="Cairo"/>
                <a:cs typeface="Cairo"/>
              </a:rPr>
              <a:t>أنصِت حتى </a:t>
            </a:r>
            <a:r>
              <a:rPr lang="ar-SA" altLang="en-US" sz="8175" b="1" dirty="0">
                <a:solidFill>
                  <a:srgbClr val="609BD3"/>
                </a:solidFill>
                <a:latin typeface="Cairo"/>
                <a:ea typeface="Cairo"/>
                <a:cs typeface="Cairo"/>
              </a:rPr>
              <a:t>النهاية</a:t>
            </a:r>
            <a:endParaRPr lang="ar-SA" sz="8175" dirty="0"/>
          </a:p>
        </p:txBody>
      </p:sp>
      <p:sp>
        <p:nvSpPr>
          <p:cNvPr id="6" name="subtitle" descr="baseera:pg_ii0xanglbn/subtitle"/>
          <p:cNvSpPr txBox="1"/>
          <p:nvPr/>
        </p:nvSpPr>
        <p:spPr>
          <a:xfrm>
            <a:off x="1143000" y="8870633"/>
            <a:ext cx="8001000" cy="1341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C7D3E4"/>
                </a:solidFill>
                <a:latin typeface="Tajawal"/>
                <a:ea typeface="Tajawal"/>
                <a:cs typeface="Tajawal"/>
              </a:rPr>
              <a:t>لا تجهّز ردّك أثناء حديثه؛ الفكرة الكاملة قد تغيّر ما ستقوله.</a:t>
            </a:r>
            <a:endParaRPr lang="ar-SA" sz="3300" dirty="0"/>
          </a:p>
        </p:txBody>
      </p:sp>
      <p:sp>
        <p:nvSpPr>
          <p:cNvPr id="7" name="sys-progress-track" descr="baseera:pg_ii0xanglbn/sys-progress-track"/>
          <p:cNvSpPr/>
          <p:nvPr/>
        </p:nvSpPr>
        <p:spPr>
          <a:xfrm>
            <a:off x="0" y="0"/>
            <a:ext cx="10287000" cy="114300"/>
          </a:xfrm>
          <a:prstGeom prst="rect">
            <a:avLst/>
          </a:prstGeom>
          <a:solidFill>
            <a:srgbClr val="1B4282"/>
          </a:solidFill>
          <a:ln>
            <a:noFill/>
          </a:ln>
        </p:spPr>
      </p:sp>
      <p:sp>
        <p:nvSpPr>
          <p:cNvPr id="8" name="sys-progress" descr="baseera:pg_ii0xanglbn/sys-progress"/>
          <p:cNvSpPr/>
          <p:nvPr/>
        </p:nvSpPr>
        <p:spPr>
          <a:xfrm>
            <a:off x="6429375" y="0"/>
            <a:ext cx="3857625" cy="114300"/>
          </a:xfrm>
          <a:prstGeom prst="rect">
            <a:avLst/>
          </a:prstGeom>
          <a:solidFill>
            <a:srgbClr val="609BD3"/>
          </a:solidFill>
          <a:ln>
            <a:noFill/>
          </a:ln>
        </p:spPr>
      </p:sp>
      <p:sp>
        <p:nvSpPr>
          <p:cNvPr id="9" name="sys-counter-bg" descr="baseera:pg_ii0xanglbn/sys-counter-bg"/>
          <p:cNvSpPr/>
          <p:nvPr/>
        </p:nvSpPr>
        <p:spPr>
          <a:xfrm>
            <a:off x="914400" y="495300"/>
            <a:ext cx="2476500" cy="552450"/>
          </a:xfrm>
          <a:prstGeom prst="roundRect">
            <a:avLst>
              <a:gd name="adj" fmla="val 50000"/>
            </a:avLst>
          </a:prstGeom>
          <a:solidFill>
            <a:srgbClr val="1B4282"/>
          </a:solidFill>
          <a:ln>
            <a:noFill/>
          </a:ln>
        </p:spPr>
      </p:sp>
      <p:sp>
        <p:nvSpPr>
          <p:cNvPr id="10" name="sys-counter" descr="baseera:pg_ii0xanglbn/sys-counter"/>
          <p:cNvSpPr txBox="1"/>
          <p:nvPr/>
        </p:nvSpPr>
        <p:spPr>
          <a:xfrm>
            <a:off x="1162050" y="571500"/>
            <a:ext cx="198120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C7D3E4"/>
                </a:solidFill>
                <a:latin typeface="Tajawal"/>
                <a:ea typeface="Tajawal"/>
                <a:cs typeface="Tajawal"/>
              </a:rPr>
              <a:t>الشريحة 3 من 8</a:t>
            </a:r>
            <a:endParaRPr lang="ar-SA" sz="2100" dirty="0"/>
          </a:p>
        </p:txBody>
      </p:sp>
      <p:sp>
        <p:nvSpPr>
          <p:cNvPr id="11" name="sys-swipe-bg" descr="baseera:pg_ii0xanglbn/sys-swipe-bg"/>
          <p:cNvSpPr/>
          <p:nvPr/>
        </p:nvSpPr>
        <p:spPr>
          <a:xfrm>
            <a:off x="914400" y="11620500"/>
            <a:ext cx="2895600" cy="666750"/>
          </a:xfrm>
          <a:prstGeom prst="roundRect">
            <a:avLst>
              <a:gd name="adj" fmla="val 50000"/>
            </a:avLst>
          </a:prstGeom>
          <a:solidFill>
            <a:srgbClr val="609BD3"/>
          </a:solidFill>
          <a:ln>
            <a:noFill/>
          </a:ln>
        </p:spPr>
      </p:sp>
      <p:sp>
        <p:nvSpPr>
          <p:cNvPr id="12" name="sys-swipe" descr="baseera:pg_ii0xanglbn/sys-swipe"/>
          <p:cNvSpPr txBox="1"/>
          <p:nvPr/>
        </p:nvSpPr>
        <p:spPr>
          <a:xfrm>
            <a:off x="1600200" y="11753850"/>
            <a:ext cx="192405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" b="1" dirty="0">
                <a:solidFill>
                  <a:srgbClr val="0E2A5C"/>
                </a:solidFill>
                <a:latin typeface="Tajawal"/>
                <a:ea typeface="Tajawal"/>
                <a:cs typeface="Tajawal"/>
              </a:rPr>
              <a:t>اسحب لليسار</a:t>
            </a:r>
            <a:endParaRPr lang="ar-SA" sz="2250" dirty="0"/>
          </a:p>
        </p:txBody>
      </p:sp>
      <p:sp>
        <p:nvSpPr>
          <p:cNvPr id="13" name="sys-swipe-arrow" descr="baseera:pg_ii0xanglbn/sys-swipe-arrow"/>
          <p:cNvSpPr/>
          <p:nvPr/>
        </p:nvSpPr>
        <p:spPr>
          <a:xfrm>
            <a:off x="1143000" y="11791950"/>
            <a:ext cx="323850" cy="323850"/>
          </a:xfrm>
          <a:custGeom>
            <a:avLst/>
            <a:gdLst/>
            <a:ahLst/>
            <a:cxnLst/>
            <a:rect l="0" t="0" r="r" b="b"/>
            <a:pathLst>
              <a:path w="323850" h="323850" fill="none">
                <a:moveTo>
                  <a:pt x="269875" y="161925"/>
                </a:moveTo>
                <a:lnTo>
                  <a:pt x="67469" y="161925"/>
                </a:lnTo>
                <a:moveTo>
                  <a:pt x="148431" y="80963"/>
                </a:moveTo>
                <a:lnTo>
                  <a:pt x="67469" y="161925"/>
                </a:lnTo>
                <a:lnTo>
                  <a:pt x="148431" y="242888"/>
                </a:lnTo>
              </a:path>
            </a:pathLst>
          </a:custGeom>
          <a:noFill/>
          <a:ln w="33734" cap="rnd">
            <a:solidFill>
              <a:srgbClr val="0E2A5C"/>
            </a:solidFill>
            <a:round/>
          </a:ln>
        </p:spPr>
      </p:sp>
      <p:sp>
        <p:nvSpPr>
          <p:cNvPr id="14" name="sys-avatar-bg" descr="baseera:pg_ii0xanglbn/sys-avatar-bg"/>
          <p:cNvSpPr/>
          <p:nvPr/>
        </p:nvSpPr>
        <p:spPr>
          <a:xfrm>
            <a:off x="8572500" y="11525250"/>
            <a:ext cx="800100" cy="800100"/>
          </a:xfrm>
          <a:prstGeom prst="ellipse">
            <a:avLst/>
          </a:prstGeom>
          <a:solidFill>
            <a:srgbClr val="609BD3"/>
          </a:solidFill>
          <a:ln>
            <a:noFill/>
          </a:ln>
        </p:spPr>
      </p:sp>
      <p:sp>
        <p:nvSpPr>
          <p:cNvPr id="15" name="sys-avatar-initial" descr="baseera:pg_ii0xanglbn/sys-avatar-initial"/>
          <p:cNvSpPr txBox="1"/>
          <p:nvPr/>
        </p:nvSpPr>
        <p:spPr>
          <a:xfrm>
            <a:off x="8572500" y="11671935"/>
            <a:ext cx="800100" cy="5067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850" b="1" dirty="0">
                <a:solidFill>
                  <a:srgbClr val="0E2A5C"/>
                </a:solidFill>
                <a:latin typeface="Cairo"/>
                <a:ea typeface="Cairo"/>
                <a:cs typeface="Cairo"/>
              </a:rPr>
              <a:t>ك</a:t>
            </a:r>
            <a:endParaRPr lang="ar-SA" sz="2850" dirty="0"/>
          </a:p>
        </p:txBody>
      </p:sp>
      <p:sp>
        <p:nvSpPr>
          <p:cNvPr id="16" name="sys-brand-name" descr="baseera:pg_ii0xanglbn/sys-brand-name"/>
          <p:cNvSpPr txBox="1"/>
          <p:nvPr/>
        </p:nvSpPr>
        <p:spPr>
          <a:xfrm>
            <a:off x="7019925" y="11565255"/>
            <a:ext cx="1381125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 rtl="1">
              <a:lnSpc>
                <a:spcPts val="3038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" b="1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250" dirty="0"/>
          </a:p>
        </p:txBody>
      </p:sp>
      <p:sp>
        <p:nvSpPr>
          <p:cNvPr id="17" name="sys-brand-handle" descr="baseera:pg_ii0xanglbn/sys-brand-handle"/>
          <p:cNvSpPr txBox="1"/>
          <p:nvPr/>
        </p:nvSpPr>
        <p:spPr>
          <a:xfrm>
            <a:off x="7019925" y="11951018"/>
            <a:ext cx="1381125" cy="3343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 rtl="1">
              <a:lnSpc>
                <a:spcPts val="2633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0" dirty="0">
                <a:solidFill>
                  <a:srgbClr val="C7D3E4"/>
                </a:solidFill>
                <a:latin typeface="Tajawal"/>
                <a:ea typeface="Tajawal"/>
                <a:cs typeface="Tajawal"/>
              </a:rPr>
              <a:t>@kitabwbs</a:t>
            </a:r>
            <a:endParaRPr lang="ar-SA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-content-0" descr="baseera:pg_hvjfvjbuc4/style-content-0"/>
          <p:cNvSpPr/>
          <p:nvPr/>
        </p:nvSpPr>
        <p:spPr>
          <a:xfrm rot="66000">
            <a:off x="723900" y="1162050"/>
            <a:ext cx="8839200" cy="10267950"/>
          </a:xfrm>
          <a:prstGeom prst="roundRect">
            <a:avLst>
              <a:gd name="adj" fmla="val 647"/>
            </a:avLst>
          </a:prstGeom>
          <a:solidFill>
            <a:srgbClr val="E9F0F8"/>
          </a:solidFill>
          <a:ln>
            <a:noFill/>
          </a:ln>
        </p:spPr>
      </p:sp>
      <p:sp>
        <p:nvSpPr>
          <p:cNvPr id="3" name="style-content-1" descr="baseera:pg_hvjfvjbuc4/style-content-1"/>
          <p:cNvSpPr/>
          <p:nvPr/>
        </p:nvSpPr>
        <p:spPr>
          <a:xfrm rot="420000">
            <a:off x="1371600" y="952500"/>
            <a:ext cx="1428750" cy="361950"/>
          </a:xfrm>
          <a:prstGeom prst="roundRect">
            <a:avLst>
              <a:gd name="adj" fmla="val 7895"/>
            </a:avLst>
          </a:prstGeom>
          <a:solidFill>
            <a:srgbClr val="2C76BD">
              <a:alpha val="85000"/>
            </a:srgbClr>
          </a:solidFill>
          <a:ln>
            <a:noFill/>
          </a:ln>
        </p:spPr>
      </p:sp>
      <p:sp>
        <p:nvSpPr>
          <p:cNvPr id="4" name="number" descr="baseera:pg_hvjfvjbuc4/number"/>
          <p:cNvSpPr txBox="1"/>
          <p:nvPr/>
        </p:nvSpPr>
        <p:spPr>
          <a:xfrm>
            <a:off x="1143000" y="2456498"/>
            <a:ext cx="8001000" cy="3143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247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0" b="1" dirty="0">
                <a:solidFill>
                  <a:srgbClr val="2C76BD"/>
                </a:solidFill>
                <a:latin typeface="Cairo"/>
                <a:ea typeface="Cairo"/>
                <a:cs typeface="Cairo"/>
              </a:rPr>
              <a:t>3</a:t>
            </a:r>
            <a:endParaRPr lang="ar-SA" sz="22500" dirty="0"/>
          </a:p>
        </p:txBody>
      </p:sp>
      <p:sp>
        <p:nvSpPr>
          <p:cNvPr id="5" name="title" descr="baseera:pg_hvjfvjbuc4/title"/>
          <p:cNvSpPr txBox="1"/>
          <p:nvPr/>
        </p:nvSpPr>
        <p:spPr>
          <a:xfrm>
            <a:off x="4371975" y="5828348"/>
            <a:ext cx="4772025" cy="26993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10628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8175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اختصر في </a:t>
            </a:r>
            <a:r>
              <a:rPr lang="ar-SA" altLang="en-US" sz="8175" b="1" dirty="0">
                <a:solidFill>
                  <a:srgbClr val="2C76BD"/>
                </a:solidFill>
                <a:latin typeface="Cairo"/>
                <a:ea typeface="Cairo"/>
                <a:cs typeface="Cairo"/>
              </a:rPr>
              <a:t>3 نقاط</a:t>
            </a:r>
            <a:endParaRPr lang="ar-SA" sz="8175" dirty="0"/>
          </a:p>
        </p:txBody>
      </p:sp>
      <p:sp>
        <p:nvSpPr>
          <p:cNvPr id="6" name="subtitle" descr="baseera:pg_hvjfvjbuc4/subtitle"/>
          <p:cNvSpPr txBox="1"/>
          <p:nvPr/>
        </p:nvSpPr>
        <p:spPr>
          <a:xfrm>
            <a:off x="1143000" y="8870633"/>
            <a:ext cx="8001000" cy="1341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E5866"/>
                </a:solidFill>
                <a:latin typeface="Tajawal"/>
                <a:ea typeface="Tajawal"/>
                <a:cs typeface="Tajawal"/>
              </a:rPr>
              <a:t>الفكرة التي لا تُقال في ثلاث نقاط تحتاج ترتيبًا قبل أن تحتاج وقتًا.</a:t>
            </a:r>
            <a:endParaRPr lang="ar-SA" sz="3300" dirty="0"/>
          </a:p>
        </p:txBody>
      </p:sp>
      <p:sp>
        <p:nvSpPr>
          <p:cNvPr id="7" name="sys-progress-track" descr="baseera:pg_hvjfvjbuc4/sys-progress-track"/>
          <p:cNvSpPr/>
          <p:nvPr/>
        </p:nvSpPr>
        <p:spPr>
          <a:xfrm>
            <a:off x="0" y="0"/>
            <a:ext cx="10287000" cy="114300"/>
          </a:xfrm>
          <a:prstGeom prst="rect">
            <a:avLst/>
          </a:prstGeom>
          <a:solidFill>
            <a:srgbClr val="E9F0F8"/>
          </a:solidFill>
          <a:ln>
            <a:noFill/>
          </a:ln>
        </p:spPr>
      </p:sp>
      <p:sp>
        <p:nvSpPr>
          <p:cNvPr id="8" name="sys-progress" descr="baseera:pg_hvjfvjbuc4/sys-progress"/>
          <p:cNvSpPr/>
          <p:nvPr/>
        </p:nvSpPr>
        <p:spPr>
          <a:xfrm>
            <a:off x="5143500" y="0"/>
            <a:ext cx="5143500" cy="114300"/>
          </a:xfrm>
          <a:prstGeom prst="rect">
            <a:avLst/>
          </a:prstGeom>
          <a:solidFill>
            <a:srgbClr val="2C76BD"/>
          </a:solidFill>
          <a:ln>
            <a:noFill/>
          </a:ln>
        </p:spPr>
      </p:sp>
      <p:sp>
        <p:nvSpPr>
          <p:cNvPr id="9" name="sys-counter-bg" descr="baseera:pg_hvjfvjbuc4/sys-counter-bg"/>
          <p:cNvSpPr/>
          <p:nvPr/>
        </p:nvSpPr>
        <p:spPr>
          <a:xfrm>
            <a:off x="914400" y="495300"/>
            <a:ext cx="2495550" cy="552450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>
            <a:noFill/>
          </a:ln>
        </p:spPr>
      </p:sp>
      <p:sp>
        <p:nvSpPr>
          <p:cNvPr id="10" name="sys-counter" descr="baseera:pg_hvjfvjbuc4/sys-counter"/>
          <p:cNvSpPr txBox="1"/>
          <p:nvPr/>
        </p:nvSpPr>
        <p:spPr>
          <a:xfrm>
            <a:off x="1162050" y="571500"/>
            <a:ext cx="200025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4E5866"/>
                </a:solidFill>
                <a:latin typeface="Tajawal"/>
                <a:ea typeface="Tajawal"/>
                <a:cs typeface="Tajawal"/>
              </a:rPr>
              <a:t>الشريحة 4 من 8</a:t>
            </a:r>
            <a:endParaRPr lang="ar-SA" sz="2100" dirty="0"/>
          </a:p>
        </p:txBody>
      </p:sp>
      <p:sp>
        <p:nvSpPr>
          <p:cNvPr id="11" name="sys-swipe-bg" descr="baseera:pg_hvjfvjbuc4/sys-swipe-bg"/>
          <p:cNvSpPr/>
          <p:nvPr/>
        </p:nvSpPr>
        <p:spPr>
          <a:xfrm>
            <a:off x="914400" y="11620500"/>
            <a:ext cx="2895600" cy="666750"/>
          </a:xfrm>
          <a:prstGeom prst="roundRect">
            <a:avLst>
              <a:gd name="adj" fmla="val 50000"/>
            </a:avLst>
          </a:prstGeom>
          <a:solidFill>
            <a:srgbClr val="2C76BD"/>
          </a:solidFill>
          <a:ln>
            <a:noFill/>
          </a:ln>
        </p:spPr>
      </p:sp>
      <p:sp>
        <p:nvSpPr>
          <p:cNvPr id="12" name="sys-swipe" descr="baseera:pg_hvjfvjbuc4/sys-swipe"/>
          <p:cNvSpPr txBox="1"/>
          <p:nvPr/>
        </p:nvSpPr>
        <p:spPr>
          <a:xfrm>
            <a:off x="1600200" y="11753850"/>
            <a:ext cx="192405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" b="1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اسحب لليسار</a:t>
            </a:r>
            <a:endParaRPr lang="ar-SA" sz="2250" dirty="0"/>
          </a:p>
        </p:txBody>
      </p:sp>
      <p:sp>
        <p:nvSpPr>
          <p:cNvPr id="13" name="sys-swipe-arrow" descr="baseera:pg_hvjfvjbuc4/sys-swipe-arrow"/>
          <p:cNvSpPr/>
          <p:nvPr/>
        </p:nvSpPr>
        <p:spPr>
          <a:xfrm>
            <a:off x="1143000" y="11791950"/>
            <a:ext cx="323850" cy="323850"/>
          </a:xfrm>
          <a:custGeom>
            <a:avLst/>
            <a:gdLst/>
            <a:ahLst/>
            <a:cxnLst/>
            <a:rect l="0" t="0" r="r" b="b"/>
            <a:pathLst>
              <a:path w="323850" h="323850" fill="none">
                <a:moveTo>
                  <a:pt x="269875" y="161925"/>
                </a:moveTo>
                <a:lnTo>
                  <a:pt x="67469" y="161925"/>
                </a:lnTo>
                <a:moveTo>
                  <a:pt x="148431" y="80963"/>
                </a:moveTo>
                <a:lnTo>
                  <a:pt x="67469" y="161925"/>
                </a:lnTo>
                <a:lnTo>
                  <a:pt x="148431" y="242888"/>
                </a:lnTo>
              </a:path>
            </a:pathLst>
          </a:custGeom>
          <a:noFill/>
          <a:ln w="33734" cap="rnd">
            <a:solidFill>
              <a:srgbClr val="FFFFFF"/>
            </a:solidFill>
            <a:round/>
          </a:ln>
        </p:spPr>
      </p:sp>
      <p:sp>
        <p:nvSpPr>
          <p:cNvPr id="14" name="sys-avatar-bg" descr="baseera:pg_hvjfvjbuc4/sys-avatar-bg"/>
          <p:cNvSpPr/>
          <p:nvPr/>
        </p:nvSpPr>
        <p:spPr>
          <a:xfrm>
            <a:off x="8572500" y="11525250"/>
            <a:ext cx="800100" cy="800100"/>
          </a:xfrm>
          <a:prstGeom prst="ellipse">
            <a:avLst/>
          </a:prstGeom>
          <a:solidFill>
            <a:srgbClr val="2C76BD"/>
          </a:solidFill>
          <a:ln>
            <a:noFill/>
          </a:ln>
        </p:spPr>
      </p:sp>
      <p:sp>
        <p:nvSpPr>
          <p:cNvPr id="15" name="sys-avatar-initial" descr="baseera:pg_hvjfvjbuc4/sys-avatar-initial"/>
          <p:cNvSpPr txBox="1"/>
          <p:nvPr/>
        </p:nvSpPr>
        <p:spPr>
          <a:xfrm>
            <a:off x="8572500" y="11671935"/>
            <a:ext cx="800100" cy="5067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850" b="1" dirty="0">
                <a:solidFill>
                  <a:srgbClr val="FFFFFF"/>
                </a:solidFill>
                <a:latin typeface="Cairo"/>
                <a:ea typeface="Cairo"/>
                <a:cs typeface="Cairo"/>
              </a:rPr>
              <a:t>ك</a:t>
            </a:r>
            <a:endParaRPr lang="ar-SA" sz="2850" dirty="0"/>
          </a:p>
        </p:txBody>
      </p:sp>
      <p:sp>
        <p:nvSpPr>
          <p:cNvPr id="16" name="sys-brand-name" descr="baseera:pg_hvjfvjbuc4/sys-brand-name"/>
          <p:cNvSpPr txBox="1"/>
          <p:nvPr/>
        </p:nvSpPr>
        <p:spPr>
          <a:xfrm>
            <a:off x="7019925" y="11565255"/>
            <a:ext cx="1381125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 rtl="1">
              <a:lnSpc>
                <a:spcPts val="3038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" b="1" dirty="0">
                <a:solidFill>
                  <a:srgbClr val="14181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250" dirty="0"/>
          </a:p>
        </p:txBody>
      </p:sp>
      <p:sp>
        <p:nvSpPr>
          <p:cNvPr id="17" name="sys-brand-handle" descr="baseera:pg_hvjfvjbuc4/sys-brand-handle"/>
          <p:cNvSpPr txBox="1"/>
          <p:nvPr/>
        </p:nvSpPr>
        <p:spPr>
          <a:xfrm>
            <a:off x="7019925" y="11951018"/>
            <a:ext cx="1381125" cy="3343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 rtl="1">
              <a:lnSpc>
                <a:spcPts val="2633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0" dirty="0">
                <a:solidFill>
                  <a:srgbClr val="4E5866"/>
                </a:solidFill>
                <a:latin typeface="Tajawal"/>
                <a:ea typeface="Tajawal"/>
                <a:cs typeface="Tajawal"/>
              </a:rPr>
              <a:t>@kitabwbs</a:t>
            </a:r>
            <a:endParaRPr lang="ar-SA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-content-0" descr="baseera:pg_cfyc2tq60k/style-content-0"/>
          <p:cNvSpPr/>
          <p:nvPr/>
        </p:nvSpPr>
        <p:spPr>
          <a:xfrm rot="66000">
            <a:off x="723900" y="1162050"/>
            <a:ext cx="8839200" cy="10267950"/>
          </a:xfrm>
          <a:prstGeom prst="roundRect">
            <a:avLst>
              <a:gd name="adj" fmla="val 647"/>
            </a:avLst>
          </a:prstGeom>
          <a:solidFill>
            <a:srgbClr val="1B4282"/>
          </a:solidFill>
          <a:ln>
            <a:noFill/>
          </a:ln>
        </p:spPr>
      </p:sp>
      <p:sp>
        <p:nvSpPr>
          <p:cNvPr id="3" name="style-content-1" descr="baseera:pg_cfyc2tq60k/style-content-1"/>
          <p:cNvSpPr/>
          <p:nvPr/>
        </p:nvSpPr>
        <p:spPr>
          <a:xfrm rot="420000">
            <a:off x="1371600" y="952500"/>
            <a:ext cx="1428750" cy="361950"/>
          </a:xfrm>
          <a:prstGeom prst="roundRect">
            <a:avLst>
              <a:gd name="adj" fmla="val 7895"/>
            </a:avLst>
          </a:prstGeom>
          <a:solidFill>
            <a:srgbClr val="609BD3">
              <a:alpha val="85000"/>
            </a:srgbClr>
          </a:solidFill>
          <a:ln>
            <a:noFill/>
          </a:ln>
        </p:spPr>
      </p:sp>
      <p:sp>
        <p:nvSpPr>
          <p:cNvPr id="4" name="number" descr="baseera:pg_cfyc2tq60k/number"/>
          <p:cNvSpPr txBox="1"/>
          <p:nvPr/>
        </p:nvSpPr>
        <p:spPr>
          <a:xfrm>
            <a:off x="1143000" y="3131820"/>
            <a:ext cx="8001000" cy="3143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247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0" b="1" dirty="0">
                <a:solidFill>
                  <a:srgbClr val="609BD3"/>
                </a:solidFill>
                <a:latin typeface="Cairo"/>
                <a:ea typeface="Cairo"/>
                <a:cs typeface="Cairo"/>
              </a:rPr>
              <a:t>4</a:t>
            </a:r>
            <a:endParaRPr lang="ar-SA" sz="22500" dirty="0"/>
          </a:p>
        </p:txBody>
      </p:sp>
      <p:sp>
        <p:nvSpPr>
          <p:cNvPr id="5" name="title" descr="baseera:pg_cfyc2tq60k/title"/>
          <p:cNvSpPr txBox="1"/>
          <p:nvPr/>
        </p:nvSpPr>
        <p:spPr>
          <a:xfrm>
            <a:off x="1143000" y="6503670"/>
            <a:ext cx="8001000" cy="13496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10628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8175" b="1" dirty="0">
                <a:solidFill>
                  <a:srgbClr val="FFFFFF"/>
                </a:solidFill>
                <a:latin typeface="Cairo"/>
                <a:ea typeface="Cairo"/>
                <a:cs typeface="Cairo"/>
              </a:rPr>
              <a:t>ابدأ </a:t>
            </a:r>
            <a:r>
              <a:rPr lang="ar-SA" altLang="en-US" sz="8175" b="1" dirty="0">
                <a:solidFill>
                  <a:srgbClr val="609BD3"/>
                </a:solidFill>
                <a:latin typeface="Cairo"/>
                <a:ea typeface="Cairo"/>
                <a:cs typeface="Cairo"/>
              </a:rPr>
              <a:t>بـ«لماذا»</a:t>
            </a:r>
            <a:endParaRPr lang="ar-SA" sz="8175" dirty="0"/>
          </a:p>
        </p:txBody>
      </p:sp>
      <p:sp>
        <p:nvSpPr>
          <p:cNvPr id="6" name="subtitle" descr="baseera:pg_cfyc2tq60k/subtitle"/>
          <p:cNvSpPr txBox="1"/>
          <p:nvPr/>
        </p:nvSpPr>
        <p:spPr>
          <a:xfrm>
            <a:off x="1143000" y="8196263"/>
            <a:ext cx="8001000" cy="1341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C7D3E4"/>
                </a:solidFill>
                <a:latin typeface="Tajawal"/>
                <a:ea typeface="Tajawal"/>
                <a:cs typeface="Tajawal"/>
              </a:rPr>
              <a:t>حين يفهم الناس السبب، يتابعون التفاصيل بانتباه.</a:t>
            </a:r>
            <a:endParaRPr lang="ar-SA" sz="3300" dirty="0"/>
          </a:p>
        </p:txBody>
      </p:sp>
      <p:sp>
        <p:nvSpPr>
          <p:cNvPr id="7" name="sys-progress-track" descr="baseera:pg_cfyc2tq60k/sys-progress-track"/>
          <p:cNvSpPr/>
          <p:nvPr/>
        </p:nvSpPr>
        <p:spPr>
          <a:xfrm>
            <a:off x="0" y="0"/>
            <a:ext cx="10287000" cy="114300"/>
          </a:xfrm>
          <a:prstGeom prst="rect">
            <a:avLst/>
          </a:prstGeom>
          <a:solidFill>
            <a:srgbClr val="1B4282"/>
          </a:solidFill>
          <a:ln>
            <a:noFill/>
          </a:ln>
        </p:spPr>
      </p:sp>
      <p:sp>
        <p:nvSpPr>
          <p:cNvPr id="8" name="sys-progress" descr="baseera:pg_cfyc2tq60k/sys-progress"/>
          <p:cNvSpPr/>
          <p:nvPr/>
        </p:nvSpPr>
        <p:spPr>
          <a:xfrm>
            <a:off x="3857625" y="0"/>
            <a:ext cx="6429375" cy="114300"/>
          </a:xfrm>
          <a:prstGeom prst="rect">
            <a:avLst/>
          </a:prstGeom>
          <a:solidFill>
            <a:srgbClr val="609BD3"/>
          </a:solidFill>
          <a:ln>
            <a:noFill/>
          </a:ln>
        </p:spPr>
      </p:sp>
      <p:sp>
        <p:nvSpPr>
          <p:cNvPr id="9" name="sys-counter-bg" descr="baseera:pg_cfyc2tq60k/sys-counter-bg"/>
          <p:cNvSpPr/>
          <p:nvPr/>
        </p:nvSpPr>
        <p:spPr>
          <a:xfrm>
            <a:off x="914400" y="495300"/>
            <a:ext cx="2476500" cy="552450"/>
          </a:xfrm>
          <a:prstGeom prst="roundRect">
            <a:avLst>
              <a:gd name="adj" fmla="val 50000"/>
            </a:avLst>
          </a:prstGeom>
          <a:solidFill>
            <a:srgbClr val="1B4282"/>
          </a:solidFill>
          <a:ln>
            <a:noFill/>
          </a:ln>
        </p:spPr>
      </p:sp>
      <p:sp>
        <p:nvSpPr>
          <p:cNvPr id="10" name="sys-counter" descr="baseera:pg_cfyc2tq60k/sys-counter"/>
          <p:cNvSpPr txBox="1"/>
          <p:nvPr/>
        </p:nvSpPr>
        <p:spPr>
          <a:xfrm>
            <a:off x="1162050" y="571500"/>
            <a:ext cx="198120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C7D3E4"/>
                </a:solidFill>
                <a:latin typeface="Tajawal"/>
                <a:ea typeface="Tajawal"/>
                <a:cs typeface="Tajawal"/>
              </a:rPr>
              <a:t>الشريحة 5 من 8</a:t>
            </a:r>
            <a:endParaRPr lang="ar-SA" sz="2100" dirty="0"/>
          </a:p>
        </p:txBody>
      </p:sp>
      <p:sp>
        <p:nvSpPr>
          <p:cNvPr id="11" name="sys-swipe-bg" descr="baseera:pg_cfyc2tq60k/sys-swipe-bg"/>
          <p:cNvSpPr/>
          <p:nvPr/>
        </p:nvSpPr>
        <p:spPr>
          <a:xfrm>
            <a:off x="914400" y="11620500"/>
            <a:ext cx="2895600" cy="666750"/>
          </a:xfrm>
          <a:prstGeom prst="roundRect">
            <a:avLst>
              <a:gd name="adj" fmla="val 50000"/>
            </a:avLst>
          </a:prstGeom>
          <a:solidFill>
            <a:srgbClr val="609BD3"/>
          </a:solidFill>
          <a:ln>
            <a:noFill/>
          </a:ln>
        </p:spPr>
      </p:sp>
      <p:sp>
        <p:nvSpPr>
          <p:cNvPr id="12" name="sys-swipe" descr="baseera:pg_cfyc2tq60k/sys-swipe"/>
          <p:cNvSpPr txBox="1"/>
          <p:nvPr/>
        </p:nvSpPr>
        <p:spPr>
          <a:xfrm>
            <a:off x="1600200" y="11753850"/>
            <a:ext cx="192405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" b="1" dirty="0">
                <a:solidFill>
                  <a:srgbClr val="0E2A5C"/>
                </a:solidFill>
                <a:latin typeface="Tajawal"/>
                <a:ea typeface="Tajawal"/>
                <a:cs typeface="Tajawal"/>
              </a:rPr>
              <a:t>اسحب لليسار</a:t>
            </a:r>
            <a:endParaRPr lang="ar-SA" sz="2250" dirty="0"/>
          </a:p>
        </p:txBody>
      </p:sp>
      <p:sp>
        <p:nvSpPr>
          <p:cNvPr id="13" name="sys-swipe-arrow" descr="baseera:pg_cfyc2tq60k/sys-swipe-arrow"/>
          <p:cNvSpPr/>
          <p:nvPr/>
        </p:nvSpPr>
        <p:spPr>
          <a:xfrm>
            <a:off x="1143000" y="11791950"/>
            <a:ext cx="323850" cy="323850"/>
          </a:xfrm>
          <a:custGeom>
            <a:avLst/>
            <a:gdLst/>
            <a:ahLst/>
            <a:cxnLst/>
            <a:rect l="0" t="0" r="r" b="b"/>
            <a:pathLst>
              <a:path w="323850" h="323850" fill="none">
                <a:moveTo>
                  <a:pt x="269875" y="161925"/>
                </a:moveTo>
                <a:lnTo>
                  <a:pt x="67469" y="161925"/>
                </a:lnTo>
                <a:moveTo>
                  <a:pt x="148431" y="80963"/>
                </a:moveTo>
                <a:lnTo>
                  <a:pt x="67469" y="161925"/>
                </a:lnTo>
                <a:lnTo>
                  <a:pt x="148431" y="242888"/>
                </a:lnTo>
              </a:path>
            </a:pathLst>
          </a:custGeom>
          <a:noFill/>
          <a:ln w="33734" cap="rnd">
            <a:solidFill>
              <a:srgbClr val="0E2A5C"/>
            </a:solidFill>
            <a:round/>
          </a:ln>
        </p:spPr>
      </p:sp>
      <p:sp>
        <p:nvSpPr>
          <p:cNvPr id="14" name="sys-avatar-bg" descr="baseera:pg_cfyc2tq60k/sys-avatar-bg"/>
          <p:cNvSpPr/>
          <p:nvPr/>
        </p:nvSpPr>
        <p:spPr>
          <a:xfrm>
            <a:off x="8572500" y="11525250"/>
            <a:ext cx="800100" cy="800100"/>
          </a:xfrm>
          <a:prstGeom prst="ellipse">
            <a:avLst/>
          </a:prstGeom>
          <a:solidFill>
            <a:srgbClr val="609BD3"/>
          </a:solidFill>
          <a:ln>
            <a:noFill/>
          </a:ln>
        </p:spPr>
      </p:sp>
      <p:sp>
        <p:nvSpPr>
          <p:cNvPr id="15" name="sys-avatar-initial" descr="baseera:pg_cfyc2tq60k/sys-avatar-initial"/>
          <p:cNvSpPr txBox="1"/>
          <p:nvPr/>
        </p:nvSpPr>
        <p:spPr>
          <a:xfrm>
            <a:off x="8572500" y="11671935"/>
            <a:ext cx="800100" cy="5067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850" b="1" dirty="0">
                <a:solidFill>
                  <a:srgbClr val="0E2A5C"/>
                </a:solidFill>
                <a:latin typeface="Cairo"/>
                <a:ea typeface="Cairo"/>
                <a:cs typeface="Cairo"/>
              </a:rPr>
              <a:t>ك</a:t>
            </a:r>
            <a:endParaRPr lang="ar-SA" sz="2850" dirty="0"/>
          </a:p>
        </p:txBody>
      </p:sp>
      <p:sp>
        <p:nvSpPr>
          <p:cNvPr id="16" name="sys-brand-name" descr="baseera:pg_cfyc2tq60k/sys-brand-name"/>
          <p:cNvSpPr txBox="1"/>
          <p:nvPr/>
        </p:nvSpPr>
        <p:spPr>
          <a:xfrm>
            <a:off x="7019925" y="11565255"/>
            <a:ext cx="1381125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 rtl="1">
              <a:lnSpc>
                <a:spcPts val="3038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" b="1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250" dirty="0"/>
          </a:p>
        </p:txBody>
      </p:sp>
      <p:sp>
        <p:nvSpPr>
          <p:cNvPr id="17" name="sys-brand-handle" descr="baseera:pg_cfyc2tq60k/sys-brand-handle"/>
          <p:cNvSpPr txBox="1"/>
          <p:nvPr/>
        </p:nvSpPr>
        <p:spPr>
          <a:xfrm>
            <a:off x="7019925" y="11951018"/>
            <a:ext cx="1381125" cy="3343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 rtl="1">
              <a:lnSpc>
                <a:spcPts val="2633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0" dirty="0">
                <a:solidFill>
                  <a:srgbClr val="C7D3E4"/>
                </a:solidFill>
                <a:latin typeface="Tajawal"/>
                <a:ea typeface="Tajawal"/>
                <a:cs typeface="Tajawal"/>
              </a:rPr>
              <a:t>@kitabwbs</a:t>
            </a:r>
            <a:endParaRPr lang="ar-SA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-content-0" descr="baseera:pg_iblzg4mde2/style-content-0"/>
          <p:cNvSpPr/>
          <p:nvPr/>
        </p:nvSpPr>
        <p:spPr>
          <a:xfrm rot="66000">
            <a:off x="723900" y="1162050"/>
            <a:ext cx="8839200" cy="10267950"/>
          </a:xfrm>
          <a:prstGeom prst="roundRect">
            <a:avLst>
              <a:gd name="adj" fmla="val 647"/>
            </a:avLst>
          </a:prstGeom>
          <a:solidFill>
            <a:srgbClr val="E9F0F8"/>
          </a:solidFill>
          <a:ln>
            <a:noFill/>
          </a:ln>
        </p:spPr>
      </p:sp>
      <p:sp>
        <p:nvSpPr>
          <p:cNvPr id="3" name="style-content-1" descr="baseera:pg_iblzg4mde2/style-content-1"/>
          <p:cNvSpPr/>
          <p:nvPr/>
        </p:nvSpPr>
        <p:spPr>
          <a:xfrm rot="420000">
            <a:off x="1371600" y="952500"/>
            <a:ext cx="1428750" cy="361950"/>
          </a:xfrm>
          <a:prstGeom prst="roundRect">
            <a:avLst>
              <a:gd name="adj" fmla="val 7895"/>
            </a:avLst>
          </a:prstGeom>
          <a:solidFill>
            <a:srgbClr val="2C76BD">
              <a:alpha val="85000"/>
            </a:srgbClr>
          </a:solidFill>
          <a:ln>
            <a:noFill/>
          </a:ln>
        </p:spPr>
      </p:sp>
      <p:sp>
        <p:nvSpPr>
          <p:cNvPr id="4" name="number" descr="baseera:pg_iblzg4mde2/number"/>
          <p:cNvSpPr txBox="1"/>
          <p:nvPr/>
        </p:nvSpPr>
        <p:spPr>
          <a:xfrm>
            <a:off x="1143000" y="3131820"/>
            <a:ext cx="8001000" cy="3143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247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0" b="1" dirty="0">
                <a:solidFill>
                  <a:srgbClr val="2C76BD"/>
                </a:solidFill>
                <a:latin typeface="Cairo"/>
                <a:ea typeface="Cairo"/>
                <a:cs typeface="Cairo"/>
              </a:rPr>
              <a:t>5</a:t>
            </a:r>
            <a:endParaRPr lang="ar-SA" sz="22500" dirty="0"/>
          </a:p>
        </p:txBody>
      </p:sp>
      <p:sp>
        <p:nvSpPr>
          <p:cNvPr id="5" name="title" descr="baseera:pg_iblzg4mde2/title"/>
          <p:cNvSpPr txBox="1"/>
          <p:nvPr/>
        </p:nvSpPr>
        <p:spPr>
          <a:xfrm>
            <a:off x="1143000" y="6503670"/>
            <a:ext cx="8001000" cy="13496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10628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8175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تكلّم </a:t>
            </a:r>
            <a:r>
              <a:rPr lang="ar-SA" altLang="en-US" sz="8175" b="1" dirty="0">
                <a:solidFill>
                  <a:srgbClr val="2C76BD"/>
                </a:solidFill>
                <a:latin typeface="Cairo"/>
                <a:ea typeface="Cairo"/>
                <a:cs typeface="Cairo"/>
              </a:rPr>
              <a:t>بنبرة</a:t>
            </a:r>
            <a:r>
              <a:rPr lang="ar-SA" altLang="en-US" sz="8175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 هادئة</a:t>
            </a:r>
            <a:endParaRPr lang="ar-SA" sz="8175" dirty="0"/>
          </a:p>
        </p:txBody>
      </p:sp>
      <p:sp>
        <p:nvSpPr>
          <p:cNvPr id="6" name="subtitle" descr="baseera:pg_iblzg4mde2/subtitle"/>
          <p:cNvSpPr txBox="1"/>
          <p:nvPr/>
        </p:nvSpPr>
        <p:spPr>
          <a:xfrm>
            <a:off x="1143000" y="8196263"/>
            <a:ext cx="8001000" cy="1341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E5866"/>
                </a:solidFill>
                <a:latin typeface="Tajawal"/>
                <a:ea typeface="Tajawal"/>
                <a:cs typeface="Tajawal"/>
              </a:rPr>
              <a:t>النبرة الهادئة تُسمَع أوضح من الصوت المرتفع.</a:t>
            </a:r>
            <a:endParaRPr lang="ar-SA" sz="3300" dirty="0"/>
          </a:p>
        </p:txBody>
      </p:sp>
      <p:sp>
        <p:nvSpPr>
          <p:cNvPr id="7" name="sys-progress-track" descr="baseera:pg_iblzg4mde2/sys-progress-track"/>
          <p:cNvSpPr/>
          <p:nvPr/>
        </p:nvSpPr>
        <p:spPr>
          <a:xfrm>
            <a:off x="0" y="0"/>
            <a:ext cx="10287000" cy="114300"/>
          </a:xfrm>
          <a:prstGeom prst="rect">
            <a:avLst/>
          </a:prstGeom>
          <a:solidFill>
            <a:srgbClr val="E9F0F8"/>
          </a:solidFill>
          <a:ln>
            <a:noFill/>
          </a:ln>
        </p:spPr>
      </p:sp>
      <p:sp>
        <p:nvSpPr>
          <p:cNvPr id="8" name="sys-progress" descr="baseera:pg_iblzg4mde2/sys-progress"/>
          <p:cNvSpPr/>
          <p:nvPr/>
        </p:nvSpPr>
        <p:spPr>
          <a:xfrm>
            <a:off x="2571750" y="0"/>
            <a:ext cx="7715250" cy="114300"/>
          </a:xfrm>
          <a:prstGeom prst="rect">
            <a:avLst/>
          </a:prstGeom>
          <a:solidFill>
            <a:srgbClr val="2C76BD"/>
          </a:solidFill>
          <a:ln>
            <a:noFill/>
          </a:ln>
        </p:spPr>
      </p:sp>
      <p:sp>
        <p:nvSpPr>
          <p:cNvPr id="9" name="sys-counter-bg" descr="baseera:pg_iblzg4mde2/sys-counter-bg"/>
          <p:cNvSpPr/>
          <p:nvPr/>
        </p:nvSpPr>
        <p:spPr>
          <a:xfrm>
            <a:off x="914400" y="495300"/>
            <a:ext cx="2486025" cy="552450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>
            <a:noFill/>
          </a:ln>
        </p:spPr>
      </p:sp>
      <p:sp>
        <p:nvSpPr>
          <p:cNvPr id="10" name="sys-counter" descr="baseera:pg_iblzg4mde2/sys-counter"/>
          <p:cNvSpPr txBox="1"/>
          <p:nvPr/>
        </p:nvSpPr>
        <p:spPr>
          <a:xfrm>
            <a:off x="1162050" y="571500"/>
            <a:ext cx="1990725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4E5866"/>
                </a:solidFill>
                <a:latin typeface="Tajawal"/>
                <a:ea typeface="Tajawal"/>
                <a:cs typeface="Tajawal"/>
              </a:rPr>
              <a:t>الشريحة 6 من 8</a:t>
            </a:r>
            <a:endParaRPr lang="ar-SA" sz="2100" dirty="0"/>
          </a:p>
        </p:txBody>
      </p:sp>
      <p:sp>
        <p:nvSpPr>
          <p:cNvPr id="11" name="sys-swipe-bg" descr="baseera:pg_iblzg4mde2/sys-swipe-bg"/>
          <p:cNvSpPr/>
          <p:nvPr/>
        </p:nvSpPr>
        <p:spPr>
          <a:xfrm>
            <a:off x="914400" y="11620500"/>
            <a:ext cx="2895600" cy="666750"/>
          </a:xfrm>
          <a:prstGeom prst="roundRect">
            <a:avLst>
              <a:gd name="adj" fmla="val 50000"/>
            </a:avLst>
          </a:prstGeom>
          <a:solidFill>
            <a:srgbClr val="2C76BD"/>
          </a:solidFill>
          <a:ln>
            <a:noFill/>
          </a:ln>
        </p:spPr>
      </p:sp>
      <p:sp>
        <p:nvSpPr>
          <p:cNvPr id="12" name="sys-swipe" descr="baseera:pg_iblzg4mde2/sys-swipe"/>
          <p:cNvSpPr txBox="1"/>
          <p:nvPr/>
        </p:nvSpPr>
        <p:spPr>
          <a:xfrm>
            <a:off x="1600200" y="11753850"/>
            <a:ext cx="192405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" b="1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اسحب لليسار</a:t>
            </a:r>
            <a:endParaRPr lang="ar-SA" sz="2250" dirty="0"/>
          </a:p>
        </p:txBody>
      </p:sp>
      <p:sp>
        <p:nvSpPr>
          <p:cNvPr id="13" name="sys-swipe-arrow" descr="baseera:pg_iblzg4mde2/sys-swipe-arrow"/>
          <p:cNvSpPr/>
          <p:nvPr/>
        </p:nvSpPr>
        <p:spPr>
          <a:xfrm>
            <a:off x="1143000" y="11791950"/>
            <a:ext cx="323850" cy="323850"/>
          </a:xfrm>
          <a:custGeom>
            <a:avLst/>
            <a:gdLst/>
            <a:ahLst/>
            <a:cxnLst/>
            <a:rect l="0" t="0" r="r" b="b"/>
            <a:pathLst>
              <a:path w="323850" h="323850" fill="none">
                <a:moveTo>
                  <a:pt x="269875" y="161925"/>
                </a:moveTo>
                <a:lnTo>
                  <a:pt x="67469" y="161925"/>
                </a:lnTo>
                <a:moveTo>
                  <a:pt x="148431" y="80963"/>
                </a:moveTo>
                <a:lnTo>
                  <a:pt x="67469" y="161925"/>
                </a:lnTo>
                <a:lnTo>
                  <a:pt x="148431" y="242888"/>
                </a:lnTo>
              </a:path>
            </a:pathLst>
          </a:custGeom>
          <a:noFill/>
          <a:ln w="33734" cap="rnd">
            <a:solidFill>
              <a:srgbClr val="FFFFFF"/>
            </a:solidFill>
            <a:round/>
          </a:ln>
        </p:spPr>
      </p:sp>
      <p:sp>
        <p:nvSpPr>
          <p:cNvPr id="14" name="sys-avatar-bg" descr="baseera:pg_iblzg4mde2/sys-avatar-bg"/>
          <p:cNvSpPr/>
          <p:nvPr/>
        </p:nvSpPr>
        <p:spPr>
          <a:xfrm>
            <a:off x="8572500" y="11525250"/>
            <a:ext cx="800100" cy="800100"/>
          </a:xfrm>
          <a:prstGeom prst="ellipse">
            <a:avLst/>
          </a:prstGeom>
          <a:solidFill>
            <a:srgbClr val="2C76BD"/>
          </a:solidFill>
          <a:ln>
            <a:noFill/>
          </a:ln>
        </p:spPr>
      </p:sp>
      <p:sp>
        <p:nvSpPr>
          <p:cNvPr id="15" name="sys-avatar-initial" descr="baseera:pg_iblzg4mde2/sys-avatar-initial"/>
          <p:cNvSpPr txBox="1"/>
          <p:nvPr/>
        </p:nvSpPr>
        <p:spPr>
          <a:xfrm>
            <a:off x="8572500" y="11671935"/>
            <a:ext cx="800100" cy="5067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850" b="1" dirty="0">
                <a:solidFill>
                  <a:srgbClr val="FFFFFF"/>
                </a:solidFill>
                <a:latin typeface="Cairo"/>
                <a:ea typeface="Cairo"/>
                <a:cs typeface="Cairo"/>
              </a:rPr>
              <a:t>ك</a:t>
            </a:r>
            <a:endParaRPr lang="ar-SA" sz="2850" dirty="0"/>
          </a:p>
        </p:txBody>
      </p:sp>
      <p:sp>
        <p:nvSpPr>
          <p:cNvPr id="16" name="sys-brand-name" descr="baseera:pg_iblzg4mde2/sys-brand-name"/>
          <p:cNvSpPr txBox="1"/>
          <p:nvPr/>
        </p:nvSpPr>
        <p:spPr>
          <a:xfrm>
            <a:off x="7019925" y="11565255"/>
            <a:ext cx="1381125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 rtl="1">
              <a:lnSpc>
                <a:spcPts val="3038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" b="1" dirty="0">
                <a:solidFill>
                  <a:srgbClr val="14181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250" dirty="0"/>
          </a:p>
        </p:txBody>
      </p:sp>
      <p:sp>
        <p:nvSpPr>
          <p:cNvPr id="17" name="sys-brand-handle" descr="baseera:pg_iblzg4mde2/sys-brand-handle"/>
          <p:cNvSpPr txBox="1"/>
          <p:nvPr/>
        </p:nvSpPr>
        <p:spPr>
          <a:xfrm>
            <a:off x="7019925" y="11951018"/>
            <a:ext cx="1381125" cy="3343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 rtl="1">
              <a:lnSpc>
                <a:spcPts val="2633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0" dirty="0">
                <a:solidFill>
                  <a:srgbClr val="4E5866"/>
                </a:solidFill>
                <a:latin typeface="Tajawal"/>
                <a:ea typeface="Tajawal"/>
                <a:cs typeface="Tajawal"/>
              </a:rPr>
              <a:t>@kitabwbs</a:t>
            </a:r>
            <a:endParaRPr lang="ar-SA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-content-0" descr="baseera:pg_sh9amzqurs/style-content-0"/>
          <p:cNvSpPr/>
          <p:nvPr/>
        </p:nvSpPr>
        <p:spPr>
          <a:xfrm rot="66000">
            <a:off x="723900" y="1162050"/>
            <a:ext cx="8839200" cy="10267950"/>
          </a:xfrm>
          <a:prstGeom prst="roundRect">
            <a:avLst>
              <a:gd name="adj" fmla="val 647"/>
            </a:avLst>
          </a:prstGeom>
          <a:solidFill>
            <a:srgbClr val="1B4282"/>
          </a:solidFill>
          <a:ln>
            <a:noFill/>
          </a:ln>
        </p:spPr>
      </p:sp>
      <p:sp>
        <p:nvSpPr>
          <p:cNvPr id="3" name="style-content-1" descr="baseera:pg_sh9amzqurs/style-content-1"/>
          <p:cNvSpPr/>
          <p:nvPr/>
        </p:nvSpPr>
        <p:spPr>
          <a:xfrm rot="420000">
            <a:off x="1371600" y="952500"/>
            <a:ext cx="1428750" cy="361950"/>
          </a:xfrm>
          <a:prstGeom prst="roundRect">
            <a:avLst>
              <a:gd name="adj" fmla="val 7895"/>
            </a:avLst>
          </a:prstGeom>
          <a:solidFill>
            <a:srgbClr val="609BD3">
              <a:alpha val="85000"/>
            </a:srgbClr>
          </a:solidFill>
          <a:ln>
            <a:noFill/>
          </a:ln>
        </p:spPr>
      </p:sp>
      <p:sp>
        <p:nvSpPr>
          <p:cNvPr id="4" name="number" descr="baseera:pg_sh9amzqurs/number"/>
          <p:cNvSpPr txBox="1"/>
          <p:nvPr/>
        </p:nvSpPr>
        <p:spPr>
          <a:xfrm>
            <a:off x="1143000" y="1897380"/>
            <a:ext cx="8001000" cy="30384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2392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750" b="1" dirty="0">
                <a:solidFill>
                  <a:srgbClr val="609BD3"/>
                </a:solidFill>
                <a:latin typeface="Cairo"/>
                <a:ea typeface="Cairo"/>
                <a:cs typeface="Cairo"/>
              </a:rPr>
              <a:t>6</a:t>
            </a:r>
            <a:endParaRPr lang="ar-SA" sz="21750" dirty="0"/>
          </a:p>
        </p:txBody>
      </p:sp>
      <p:sp>
        <p:nvSpPr>
          <p:cNvPr id="5" name="title" descr="baseera:pg_sh9amzqurs/title"/>
          <p:cNvSpPr txBox="1"/>
          <p:nvPr/>
        </p:nvSpPr>
        <p:spPr>
          <a:xfrm>
            <a:off x="1143000" y="5155883"/>
            <a:ext cx="8001000" cy="13001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10238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7875" b="1" dirty="0">
                <a:solidFill>
                  <a:srgbClr val="FFFFFF"/>
                </a:solidFill>
                <a:latin typeface="Cairo"/>
                <a:ea typeface="Cairo"/>
                <a:cs typeface="Cairo"/>
              </a:rPr>
              <a:t>اختم </a:t>
            </a:r>
            <a:r>
              <a:rPr lang="ar-SA" altLang="en-US" sz="7875" b="1" dirty="0">
                <a:solidFill>
                  <a:srgbClr val="609BD3"/>
                </a:solidFill>
                <a:latin typeface="Cairo"/>
                <a:ea typeface="Cairo"/>
                <a:cs typeface="Cairo"/>
              </a:rPr>
              <a:t>بسؤال</a:t>
            </a:r>
            <a:endParaRPr lang="ar-SA" sz="7875" dirty="0"/>
          </a:p>
        </p:txBody>
      </p:sp>
      <p:sp>
        <p:nvSpPr>
          <p:cNvPr id="6" name="subtitle" descr="baseera:pg_sh9amzqurs/subtitle"/>
          <p:cNvSpPr txBox="1"/>
          <p:nvPr/>
        </p:nvSpPr>
        <p:spPr>
          <a:xfrm>
            <a:off x="1143000" y="6787515"/>
            <a:ext cx="800100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150" b="0" dirty="0">
                <a:solidFill>
                  <a:srgbClr val="C7D3E4"/>
                </a:solidFill>
                <a:latin typeface="Tajawal"/>
                <a:ea typeface="Tajawal"/>
                <a:cs typeface="Tajawal"/>
              </a:rPr>
              <a:t>السؤال الأخير يفتح الحوار بدل أن يغلقه بخطبة.</a:t>
            </a:r>
            <a:endParaRPr lang="ar-SA" sz="3150" dirty="0"/>
          </a:p>
        </p:txBody>
      </p:sp>
      <p:grpSp>
        <p:nvGrpSpPr>
          <p:cNvPr id="7" name="art" descr="فقاعة حوار"/>
          <p:cNvGrpSpPr/>
          <p:nvPr/>
        </p:nvGrpSpPr>
        <p:grpSpPr>
          <a:xfrm>
            <a:off x="3600450" y="7941945"/>
            <a:ext cx="3086100" cy="2828925"/>
            <a:chOff x="3600450" y="7941945"/>
            <a:chExt cx="3086100" cy="2828925"/>
          </a:xfrm>
        </p:grpSpPr>
        <p:sp>
          <p:nvSpPr>
            <p:cNvPr id="8" name="art/path-1"/>
            <p:cNvSpPr/>
            <p:nvPr/>
          </p:nvSpPr>
          <p:spPr>
            <a:xfrm>
              <a:off x="3729038" y="8250555"/>
              <a:ext cx="2828925" cy="2340293"/>
            </a:xfrm>
            <a:custGeom>
              <a:avLst/>
              <a:gdLst/>
              <a:ahLst/>
              <a:cxnLst/>
              <a:rect l="0" t="0" r="r" b="b"/>
              <a:pathLst>
                <a:path w="2828925" h="2340293">
                  <a:moveTo>
                    <a:pt x="205740" y="0"/>
                  </a:moveTo>
                  <a:lnTo>
                    <a:pt x="2623185" y="0"/>
                  </a:lnTo>
                  <a:cubicBezTo>
                    <a:pt x="2736812" y="0"/>
                    <a:pt x="2828925" y="92113"/>
                    <a:pt x="2828925" y="205740"/>
                  </a:cubicBezTo>
                  <a:lnTo>
                    <a:pt x="2828925" y="1620203"/>
                  </a:lnTo>
                  <a:cubicBezTo>
                    <a:pt x="2828925" y="1733830"/>
                    <a:pt x="2736812" y="1825943"/>
                    <a:pt x="2623185" y="1825943"/>
                  </a:cubicBezTo>
                  <a:lnTo>
                    <a:pt x="2083118" y="1825943"/>
                  </a:lnTo>
                  <a:lnTo>
                    <a:pt x="2314575" y="2340293"/>
                  </a:lnTo>
                  <a:lnTo>
                    <a:pt x="1620203" y="1825943"/>
                  </a:lnTo>
                  <a:lnTo>
                    <a:pt x="205740" y="1825943"/>
                  </a:lnTo>
                  <a:cubicBezTo>
                    <a:pt x="92113" y="1825943"/>
                    <a:pt x="0" y="1733830"/>
                    <a:pt x="0" y="1620203"/>
                  </a:cubicBezTo>
                  <a:lnTo>
                    <a:pt x="0" y="205740"/>
                  </a:lnTo>
                  <a:cubicBezTo>
                    <a:pt x="0" y="92113"/>
                    <a:pt x="92113" y="0"/>
                    <a:pt x="205740" y="0"/>
                  </a:cubicBezTo>
                  <a:close/>
                </a:path>
              </a:pathLst>
            </a:custGeom>
            <a:solidFill>
              <a:srgbClr val="1B4282"/>
            </a:solidFill>
            <a:ln w="102870" cap="flat">
              <a:solidFill>
                <a:srgbClr val="609BD3"/>
              </a:solidFill>
              <a:round/>
            </a:ln>
          </p:spPr>
        </p:sp>
        <p:sp>
          <p:nvSpPr>
            <p:cNvPr id="9" name="art/path-2"/>
            <p:cNvSpPr/>
            <p:nvPr/>
          </p:nvSpPr>
          <p:spPr>
            <a:xfrm>
              <a:off x="4806373" y="8664385"/>
              <a:ext cx="671454" cy="872045"/>
            </a:xfrm>
            <a:custGeom>
              <a:avLst/>
              <a:gdLst/>
              <a:ahLst/>
              <a:cxnLst/>
              <a:rect l="0" t="0" r="r" b="b"/>
              <a:pathLst>
                <a:path w="671454" h="872045" fill="none">
                  <a:moveTo>
                    <a:pt x="671454" y="254825"/>
                  </a:moveTo>
                  <a:cubicBezTo>
                    <a:pt x="671454" y="-53785"/>
                    <a:pt x="54234" y="-105220"/>
                    <a:pt x="2799" y="229107"/>
                  </a:cubicBezTo>
                  <a:cubicBezTo>
                    <a:pt x="-35777" y="486282"/>
                    <a:pt x="337127" y="512000"/>
                    <a:pt x="337127" y="769175"/>
                  </a:cubicBezTo>
                  <a:lnTo>
                    <a:pt x="337127" y="872045"/>
                  </a:lnTo>
                </a:path>
              </a:pathLst>
            </a:custGeom>
            <a:noFill/>
            <a:ln w="167164" cap="rnd">
              <a:solidFill>
                <a:srgbClr val="609BD3"/>
              </a:solidFill>
              <a:miter lim="800000"/>
            </a:ln>
          </p:spPr>
        </p:sp>
        <p:sp>
          <p:nvSpPr>
            <p:cNvPr id="10" name="art/circle-3"/>
            <p:cNvSpPr/>
            <p:nvPr/>
          </p:nvSpPr>
          <p:spPr>
            <a:xfrm>
              <a:off x="5040630" y="9716453"/>
              <a:ext cx="205740" cy="205740"/>
            </a:xfrm>
            <a:custGeom>
              <a:avLst/>
              <a:gdLst/>
              <a:ahLst/>
              <a:cxnLst/>
              <a:rect l="0" t="0" r="r" b="b"/>
              <a:pathLst>
                <a:path w="205740" h="205740">
                  <a:moveTo>
                    <a:pt x="0" y="102870"/>
                  </a:moveTo>
                  <a:cubicBezTo>
                    <a:pt x="0" y="159684"/>
                    <a:pt x="46056" y="205740"/>
                    <a:pt x="102870" y="205740"/>
                  </a:cubicBezTo>
                  <a:cubicBezTo>
                    <a:pt x="159684" y="205740"/>
                    <a:pt x="205740" y="159684"/>
                    <a:pt x="205740" y="102870"/>
                  </a:cubicBezTo>
                  <a:cubicBezTo>
                    <a:pt x="205740" y="46056"/>
                    <a:pt x="159684" y="0"/>
                    <a:pt x="102870" y="0"/>
                  </a:cubicBezTo>
                  <a:cubicBezTo>
                    <a:pt x="46056" y="0"/>
                    <a:pt x="0" y="46056"/>
                    <a:pt x="0" y="102870"/>
                  </a:cubicBezTo>
                  <a:close/>
                </a:path>
              </a:pathLst>
            </a:custGeom>
            <a:solidFill>
              <a:srgbClr val="609BD3"/>
            </a:solidFill>
            <a:ln>
              <a:noFill/>
            </a:ln>
          </p:spPr>
        </p:sp>
      </p:grpSp>
      <p:sp>
        <p:nvSpPr>
          <p:cNvPr id="11" name="sys-progress-track" descr="baseera:pg_sh9amzqurs/sys-progress-track"/>
          <p:cNvSpPr/>
          <p:nvPr/>
        </p:nvSpPr>
        <p:spPr>
          <a:xfrm>
            <a:off x="0" y="0"/>
            <a:ext cx="10287000" cy="114300"/>
          </a:xfrm>
          <a:prstGeom prst="rect">
            <a:avLst/>
          </a:prstGeom>
          <a:solidFill>
            <a:srgbClr val="1B4282"/>
          </a:solidFill>
          <a:ln>
            <a:noFill/>
          </a:ln>
        </p:spPr>
      </p:sp>
      <p:sp>
        <p:nvSpPr>
          <p:cNvPr id="12" name="sys-progress" descr="baseera:pg_sh9amzqurs/sys-progress"/>
          <p:cNvSpPr/>
          <p:nvPr/>
        </p:nvSpPr>
        <p:spPr>
          <a:xfrm>
            <a:off x="1285875" y="0"/>
            <a:ext cx="9001125" cy="114300"/>
          </a:xfrm>
          <a:prstGeom prst="rect">
            <a:avLst/>
          </a:prstGeom>
          <a:solidFill>
            <a:srgbClr val="609BD3"/>
          </a:solidFill>
          <a:ln>
            <a:noFill/>
          </a:ln>
        </p:spPr>
      </p:sp>
      <p:sp>
        <p:nvSpPr>
          <p:cNvPr id="13" name="sys-counter-bg" descr="baseera:pg_sh9amzqurs/sys-counter-bg"/>
          <p:cNvSpPr/>
          <p:nvPr/>
        </p:nvSpPr>
        <p:spPr>
          <a:xfrm>
            <a:off x="914400" y="495300"/>
            <a:ext cx="2457450" cy="552450"/>
          </a:xfrm>
          <a:prstGeom prst="roundRect">
            <a:avLst>
              <a:gd name="adj" fmla="val 50000"/>
            </a:avLst>
          </a:prstGeom>
          <a:solidFill>
            <a:srgbClr val="1B4282"/>
          </a:solidFill>
          <a:ln>
            <a:noFill/>
          </a:ln>
        </p:spPr>
      </p:sp>
      <p:sp>
        <p:nvSpPr>
          <p:cNvPr id="14" name="sys-counter" descr="baseera:pg_sh9amzqurs/sys-counter"/>
          <p:cNvSpPr txBox="1"/>
          <p:nvPr/>
        </p:nvSpPr>
        <p:spPr>
          <a:xfrm>
            <a:off x="1162050" y="571500"/>
            <a:ext cx="196215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C7D3E4"/>
                </a:solidFill>
                <a:latin typeface="Tajawal"/>
                <a:ea typeface="Tajawal"/>
                <a:cs typeface="Tajawal"/>
              </a:rPr>
              <a:t>الشريحة 7 من 8</a:t>
            </a:r>
            <a:endParaRPr lang="ar-SA" sz="2100" dirty="0"/>
          </a:p>
        </p:txBody>
      </p:sp>
      <p:sp>
        <p:nvSpPr>
          <p:cNvPr id="15" name="sys-swipe-bg" descr="baseera:pg_sh9amzqurs/sys-swipe-bg"/>
          <p:cNvSpPr/>
          <p:nvPr/>
        </p:nvSpPr>
        <p:spPr>
          <a:xfrm>
            <a:off x="914400" y="11620500"/>
            <a:ext cx="2895600" cy="666750"/>
          </a:xfrm>
          <a:prstGeom prst="roundRect">
            <a:avLst>
              <a:gd name="adj" fmla="val 50000"/>
            </a:avLst>
          </a:prstGeom>
          <a:solidFill>
            <a:srgbClr val="609BD3"/>
          </a:solidFill>
          <a:ln>
            <a:noFill/>
          </a:ln>
        </p:spPr>
      </p:sp>
      <p:sp>
        <p:nvSpPr>
          <p:cNvPr id="16" name="sys-swipe" descr="baseera:pg_sh9amzqurs/sys-swipe"/>
          <p:cNvSpPr txBox="1"/>
          <p:nvPr/>
        </p:nvSpPr>
        <p:spPr>
          <a:xfrm>
            <a:off x="1600200" y="11753850"/>
            <a:ext cx="192405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" b="1" dirty="0">
                <a:solidFill>
                  <a:srgbClr val="0E2A5C"/>
                </a:solidFill>
                <a:latin typeface="Tajawal"/>
                <a:ea typeface="Tajawal"/>
                <a:cs typeface="Tajawal"/>
              </a:rPr>
              <a:t>اسحب لليسار</a:t>
            </a:r>
            <a:endParaRPr lang="ar-SA" sz="2250" dirty="0"/>
          </a:p>
        </p:txBody>
      </p:sp>
      <p:sp>
        <p:nvSpPr>
          <p:cNvPr id="17" name="sys-swipe-arrow" descr="baseera:pg_sh9amzqurs/sys-swipe-arrow"/>
          <p:cNvSpPr/>
          <p:nvPr/>
        </p:nvSpPr>
        <p:spPr>
          <a:xfrm>
            <a:off x="1143000" y="11791950"/>
            <a:ext cx="323850" cy="323850"/>
          </a:xfrm>
          <a:custGeom>
            <a:avLst/>
            <a:gdLst/>
            <a:ahLst/>
            <a:cxnLst/>
            <a:rect l="0" t="0" r="r" b="b"/>
            <a:pathLst>
              <a:path w="323850" h="323850" fill="none">
                <a:moveTo>
                  <a:pt x="269875" y="161925"/>
                </a:moveTo>
                <a:lnTo>
                  <a:pt x="67469" y="161925"/>
                </a:lnTo>
                <a:moveTo>
                  <a:pt x="148431" y="80963"/>
                </a:moveTo>
                <a:lnTo>
                  <a:pt x="67469" y="161925"/>
                </a:lnTo>
                <a:lnTo>
                  <a:pt x="148431" y="242888"/>
                </a:lnTo>
              </a:path>
            </a:pathLst>
          </a:custGeom>
          <a:noFill/>
          <a:ln w="33734" cap="rnd">
            <a:solidFill>
              <a:srgbClr val="0E2A5C"/>
            </a:solidFill>
            <a:round/>
          </a:ln>
        </p:spPr>
      </p:sp>
      <p:sp>
        <p:nvSpPr>
          <p:cNvPr id="18" name="sys-avatar-bg" descr="baseera:pg_sh9amzqurs/sys-avatar-bg"/>
          <p:cNvSpPr/>
          <p:nvPr/>
        </p:nvSpPr>
        <p:spPr>
          <a:xfrm>
            <a:off x="8572500" y="11525250"/>
            <a:ext cx="800100" cy="800100"/>
          </a:xfrm>
          <a:prstGeom prst="ellipse">
            <a:avLst/>
          </a:prstGeom>
          <a:solidFill>
            <a:srgbClr val="609BD3"/>
          </a:solidFill>
          <a:ln>
            <a:noFill/>
          </a:ln>
        </p:spPr>
      </p:sp>
      <p:sp>
        <p:nvSpPr>
          <p:cNvPr id="19" name="sys-avatar-initial" descr="baseera:pg_sh9amzqurs/sys-avatar-initial"/>
          <p:cNvSpPr txBox="1"/>
          <p:nvPr/>
        </p:nvSpPr>
        <p:spPr>
          <a:xfrm>
            <a:off x="8572500" y="11671935"/>
            <a:ext cx="800100" cy="5067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850" b="1" dirty="0">
                <a:solidFill>
                  <a:srgbClr val="0E2A5C"/>
                </a:solidFill>
                <a:latin typeface="Cairo"/>
                <a:ea typeface="Cairo"/>
                <a:cs typeface="Cairo"/>
              </a:rPr>
              <a:t>ك</a:t>
            </a:r>
            <a:endParaRPr lang="ar-SA" sz="2850" dirty="0"/>
          </a:p>
        </p:txBody>
      </p:sp>
      <p:sp>
        <p:nvSpPr>
          <p:cNvPr id="20" name="sys-brand-name" descr="baseera:pg_sh9amzqurs/sys-brand-name"/>
          <p:cNvSpPr txBox="1"/>
          <p:nvPr/>
        </p:nvSpPr>
        <p:spPr>
          <a:xfrm>
            <a:off x="7019925" y="11565255"/>
            <a:ext cx="1381125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 rtl="1">
              <a:lnSpc>
                <a:spcPts val="3038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250" b="1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250" dirty="0"/>
          </a:p>
        </p:txBody>
      </p:sp>
      <p:sp>
        <p:nvSpPr>
          <p:cNvPr id="21" name="sys-brand-handle" descr="baseera:pg_sh9amzqurs/sys-brand-handle"/>
          <p:cNvSpPr txBox="1"/>
          <p:nvPr/>
        </p:nvSpPr>
        <p:spPr>
          <a:xfrm>
            <a:off x="7019925" y="11951018"/>
            <a:ext cx="1381125" cy="3343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 rtl="1">
              <a:lnSpc>
                <a:spcPts val="2633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0" dirty="0">
                <a:solidFill>
                  <a:srgbClr val="C7D3E4"/>
                </a:solidFill>
                <a:latin typeface="Tajawal"/>
                <a:ea typeface="Tajawal"/>
                <a:cs typeface="Tajawal"/>
              </a:rPr>
              <a:t>@kitabwbs</a:t>
            </a:r>
            <a:endParaRPr lang="ar-SA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-cta-0" descr="baseera:pg_z9kxbfayal/style-cta-0"/>
          <p:cNvSpPr/>
          <p:nvPr/>
        </p:nvSpPr>
        <p:spPr>
          <a:xfrm rot="-72000">
            <a:off x="685800" y="1085850"/>
            <a:ext cx="8915400" cy="11087100"/>
          </a:xfrm>
          <a:prstGeom prst="roundRect">
            <a:avLst>
              <a:gd name="adj" fmla="val 641"/>
            </a:avLst>
          </a:prstGeom>
          <a:solidFill>
            <a:srgbClr val="E9F0F8"/>
          </a:solidFill>
          <a:ln>
            <a:noFill/>
          </a:ln>
        </p:spPr>
      </p:sp>
      <p:sp>
        <p:nvSpPr>
          <p:cNvPr id="3" name="style-cta-1" descr="baseera:pg_z9kxbfayal/style-cta-1"/>
          <p:cNvSpPr/>
          <p:nvPr/>
        </p:nvSpPr>
        <p:spPr>
          <a:xfrm rot="-480000">
            <a:off x="7391400" y="876300"/>
            <a:ext cx="1524000" cy="381000"/>
          </a:xfrm>
          <a:prstGeom prst="roundRect">
            <a:avLst>
              <a:gd name="adj" fmla="val 7500"/>
            </a:avLst>
          </a:prstGeom>
          <a:solidFill>
            <a:srgbClr val="2C76BD">
              <a:alpha val="85000"/>
            </a:srgbClr>
          </a:solidFill>
          <a:ln>
            <a:noFill/>
          </a:ln>
        </p:spPr>
      </p:sp>
      <p:sp>
        <p:nvSpPr>
          <p:cNvPr id="4" name="avatar-ring" descr="baseera:pg_z9kxbfayal/avatar-ring"/>
          <p:cNvSpPr/>
          <p:nvPr/>
        </p:nvSpPr>
        <p:spPr>
          <a:xfrm>
            <a:off x="4019550" y="2306955"/>
            <a:ext cx="2247900" cy="2247900"/>
          </a:xfrm>
          <a:prstGeom prst="ellipse">
            <a:avLst/>
          </a:prstGeom>
          <a:solidFill>
            <a:srgbClr val="2C76BD"/>
          </a:solidFill>
          <a:ln>
            <a:noFill/>
          </a:ln>
        </p:spPr>
      </p:sp>
      <p:sp>
        <p:nvSpPr>
          <p:cNvPr id="5" name="avatar-gap" descr="baseera:pg_z9kxbfayal/avatar-gap"/>
          <p:cNvSpPr/>
          <p:nvPr/>
        </p:nvSpPr>
        <p:spPr>
          <a:xfrm>
            <a:off x="4095750" y="2383155"/>
            <a:ext cx="2095500" cy="2095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avatar-bg" descr="baseera:pg_z9kxbfayal/avatar-bg"/>
          <p:cNvSpPr/>
          <p:nvPr/>
        </p:nvSpPr>
        <p:spPr>
          <a:xfrm>
            <a:off x="4191000" y="2478405"/>
            <a:ext cx="1905000" cy="1905000"/>
          </a:xfrm>
          <a:prstGeom prst="ellipse">
            <a:avLst/>
          </a:prstGeom>
          <a:solidFill>
            <a:srgbClr val="2C76BD"/>
          </a:solidFill>
          <a:ln>
            <a:noFill/>
          </a:ln>
        </p:spPr>
      </p:sp>
      <p:sp>
        <p:nvSpPr>
          <p:cNvPr id="7" name="avatar-initial" descr="baseera:pg_z9kxbfayal/avatar-initial"/>
          <p:cNvSpPr txBox="1"/>
          <p:nvPr/>
        </p:nvSpPr>
        <p:spPr>
          <a:xfrm>
            <a:off x="4191000" y="2830830"/>
            <a:ext cx="1905000" cy="12001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94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6750" b="1" dirty="0">
                <a:solidFill>
                  <a:srgbClr val="FFFFFF"/>
                </a:solidFill>
                <a:latin typeface="Cairo"/>
                <a:ea typeface="Cairo"/>
                <a:cs typeface="Cairo"/>
              </a:rPr>
              <a:t>ك</a:t>
            </a:r>
            <a:endParaRPr lang="ar-SA" sz="6750" dirty="0"/>
          </a:p>
        </p:txBody>
      </p:sp>
      <p:sp>
        <p:nvSpPr>
          <p:cNvPr id="8" name="brand-line" descr="baseera:pg_z9kxbfayal/brand-line"/>
          <p:cNvSpPr txBox="1"/>
          <p:nvPr/>
        </p:nvSpPr>
        <p:spPr>
          <a:xfrm>
            <a:off x="1143000" y="4802505"/>
            <a:ext cx="8001000" cy="4857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382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550" b="1" dirty="0">
                <a:solidFill>
                  <a:srgbClr val="14181F"/>
                </a:solidFill>
                <a:latin typeface="Tajawal"/>
                <a:ea typeface="Tajawal"/>
                <a:cs typeface="Tajawal"/>
              </a:rPr>
              <a:t>كتاب وبس ‎@kitabwbs</a:t>
            </a:r>
            <a:endParaRPr lang="ar-SA" sz="2550" dirty="0"/>
          </a:p>
        </p:txBody>
      </p:sp>
      <p:sp>
        <p:nvSpPr>
          <p:cNvPr id="9" name="title" descr="baseera:pg_z9kxbfayal/title"/>
          <p:cNvSpPr txBox="1"/>
          <p:nvPr/>
        </p:nvSpPr>
        <p:spPr>
          <a:xfrm>
            <a:off x="1990725" y="5497830"/>
            <a:ext cx="6305550" cy="24022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9458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7275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أيّ عادة </a:t>
            </a:r>
            <a:r>
              <a:rPr lang="ar-SA" altLang="en-US" sz="7275" b="1" dirty="0">
                <a:solidFill>
                  <a:srgbClr val="2C76BD"/>
                </a:solidFill>
                <a:latin typeface="Cairo"/>
                <a:ea typeface="Cairo"/>
                <a:cs typeface="Cairo"/>
              </a:rPr>
              <a:t>ستبدأ</a:t>
            </a:r>
            <a:r>
              <a:rPr lang="ar-SA" altLang="en-US" sz="7275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 بها اليوم؟</a:t>
            </a:r>
            <a:endParaRPr lang="ar-SA" sz="7275" dirty="0"/>
          </a:p>
        </p:txBody>
      </p:sp>
      <p:sp>
        <p:nvSpPr>
          <p:cNvPr id="10" name="subtitle" descr="baseera:pg_z9kxbfayal/subtitle"/>
          <p:cNvSpPr txBox="1"/>
          <p:nvPr/>
        </p:nvSpPr>
        <p:spPr>
          <a:xfrm>
            <a:off x="1143000" y="8109585"/>
            <a:ext cx="8001000" cy="1165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700" b="0" dirty="0">
                <a:solidFill>
                  <a:srgbClr val="4E5866"/>
                </a:solidFill>
                <a:latin typeface="Tajawal"/>
                <a:ea typeface="Tajawal"/>
                <a:cs typeface="Tajawal"/>
              </a:rPr>
              <a:t>احفظ المنشور وشاركه مع صديق، وتابع ‎@kitabwbs لمزيد من أفكار الذكاء الاجتماعي.</a:t>
            </a:r>
            <a:endParaRPr lang="ar-SA" sz="2700" dirty="0"/>
          </a:p>
        </p:txBody>
      </p:sp>
      <p:sp>
        <p:nvSpPr>
          <p:cNvPr id="11" name="action-save-bg" descr="baseera:pg_z9kxbfayal/action-save-bg"/>
          <p:cNvSpPr/>
          <p:nvPr/>
        </p:nvSpPr>
        <p:spPr>
          <a:xfrm>
            <a:off x="5125403" y="9599295"/>
            <a:ext cx="2076450" cy="640080"/>
          </a:xfrm>
          <a:prstGeom prst="roundRect">
            <a:avLst>
              <a:gd name="adj" fmla="val 5952"/>
            </a:avLst>
          </a:prstGeom>
          <a:solidFill>
            <a:srgbClr val="2C76BD"/>
          </a:solidFill>
          <a:ln>
            <a:noFill/>
          </a:ln>
        </p:spPr>
      </p:sp>
      <p:sp>
        <p:nvSpPr>
          <p:cNvPr id="12" name="action-save" descr="baseera:pg_z9kxbfayal/action-save"/>
          <p:cNvSpPr txBox="1"/>
          <p:nvPr/>
        </p:nvSpPr>
        <p:spPr>
          <a:xfrm>
            <a:off x="5841683" y="9705975"/>
            <a:ext cx="1085850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400" b="1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احفظه</a:t>
            </a:r>
            <a:endParaRPr lang="ar-SA" sz="2400" dirty="0"/>
          </a:p>
        </p:txBody>
      </p:sp>
      <p:sp>
        <p:nvSpPr>
          <p:cNvPr id="13" name="action-save-icon" descr="baseera:pg_z9kxbfayal/action-save-icon"/>
          <p:cNvSpPr/>
          <p:nvPr/>
        </p:nvSpPr>
        <p:spPr>
          <a:xfrm>
            <a:off x="5399723" y="9759315"/>
            <a:ext cx="320040" cy="320040"/>
          </a:xfrm>
          <a:custGeom>
            <a:avLst/>
            <a:gdLst/>
            <a:ahLst/>
            <a:cxnLst/>
            <a:rect l="0" t="0" r="r" b="b"/>
            <a:pathLst>
              <a:path w="320040" h="320040" fill="none">
                <a:moveTo>
                  <a:pt x="86678" y="46673"/>
                </a:moveTo>
                <a:lnTo>
                  <a:pt x="233363" y="46673"/>
                </a:lnTo>
                <a:cubicBezTo>
                  <a:pt x="240727" y="46673"/>
                  <a:pt x="246697" y="52643"/>
                  <a:pt x="246697" y="60007"/>
                </a:cubicBezTo>
                <a:lnTo>
                  <a:pt x="246697" y="280035"/>
                </a:lnTo>
                <a:lnTo>
                  <a:pt x="160020" y="224028"/>
                </a:lnTo>
                <a:lnTo>
                  <a:pt x="73343" y="280035"/>
                </a:lnTo>
                <a:lnTo>
                  <a:pt x="73343" y="60007"/>
                </a:lnTo>
                <a:cubicBezTo>
                  <a:pt x="73343" y="52643"/>
                  <a:pt x="79313" y="46673"/>
                  <a:pt x="86678" y="46673"/>
                </a:cubicBezTo>
                <a:close/>
              </a:path>
            </a:pathLst>
          </a:custGeom>
          <a:noFill/>
          <a:ln w="32004" cap="rnd">
            <a:solidFill>
              <a:srgbClr val="FFFFFF"/>
            </a:solidFill>
            <a:round/>
          </a:ln>
        </p:spPr>
      </p:sp>
      <p:sp>
        <p:nvSpPr>
          <p:cNvPr id="14" name="action-follow-bg" descr="baseera:pg_z9kxbfayal/action-follow-bg"/>
          <p:cNvSpPr/>
          <p:nvPr/>
        </p:nvSpPr>
        <p:spPr>
          <a:xfrm>
            <a:off x="3085148" y="9599295"/>
            <a:ext cx="1933575" cy="640080"/>
          </a:xfrm>
          <a:prstGeom prst="roundRect">
            <a:avLst>
              <a:gd name="adj" fmla="val 5952"/>
            </a:avLst>
          </a:prstGeom>
          <a:solidFill>
            <a:srgbClr val="E9F0F8"/>
          </a:solidFill>
          <a:ln>
            <a:noFill/>
          </a:ln>
        </p:spPr>
      </p:sp>
      <p:sp>
        <p:nvSpPr>
          <p:cNvPr id="15" name="action-follow" descr="baseera:pg_z9kxbfayal/action-follow"/>
          <p:cNvSpPr txBox="1"/>
          <p:nvPr/>
        </p:nvSpPr>
        <p:spPr>
          <a:xfrm>
            <a:off x="3801428" y="9705975"/>
            <a:ext cx="942975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400" b="1" dirty="0">
                <a:solidFill>
                  <a:srgbClr val="14181F"/>
                </a:solidFill>
                <a:latin typeface="Tajawal"/>
                <a:ea typeface="Tajawal"/>
                <a:cs typeface="Tajawal"/>
              </a:rPr>
              <a:t>تابعنا</a:t>
            </a:r>
            <a:endParaRPr lang="ar-SA" sz="2400" dirty="0"/>
          </a:p>
        </p:txBody>
      </p:sp>
      <p:sp>
        <p:nvSpPr>
          <p:cNvPr id="16" name="action-follow-icon" descr="baseera:pg_z9kxbfayal/action-follow-icon"/>
          <p:cNvSpPr/>
          <p:nvPr/>
        </p:nvSpPr>
        <p:spPr>
          <a:xfrm>
            <a:off x="3359468" y="9759315"/>
            <a:ext cx="320040" cy="320040"/>
          </a:xfrm>
          <a:custGeom>
            <a:avLst/>
            <a:gdLst/>
            <a:ahLst/>
            <a:cxnLst/>
            <a:rect l="0" t="0" r="r" b="b"/>
            <a:pathLst>
              <a:path w="320040" h="320040" fill="none">
                <a:moveTo>
                  <a:pt x="200025" y="253365"/>
                </a:moveTo>
                <a:cubicBezTo>
                  <a:pt x="200025" y="216027"/>
                  <a:pt x="164021" y="186690"/>
                  <a:pt x="120015" y="186690"/>
                </a:cubicBezTo>
                <a:cubicBezTo>
                  <a:pt x="76010" y="186690"/>
                  <a:pt x="40005" y="216027"/>
                  <a:pt x="40005" y="253365"/>
                </a:cubicBezTo>
                <a:moveTo>
                  <a:pt x="120015" y="146685"/>
                </a:moveTo>
                <a:cubicBezTo>
                  <a:pt x="145792" y="146685"/>
                  <a:pt x="166688" y="125789"/>
                  <a:pt x="166688" y="100013"/>
                </a:cubicBezTo>
                <a:cubicBezTo>
                  <a:pt x="166688" y="74236"/>
                  <a:pt x="145792" y="53340"/>
                  <a:pt x="120015" y="53340"/>
                </a:cubicBezTo>
                <a:cubicBezTo>
                  <a:pt x="94238" y="53340"/>
                  <a:pt x="73342" y="74236"/>
                  <a:pt x="73342" y="100013"/>
                </a:cubicBezTo>
                <a:cubicBezTo>
                  <a:pt x="73342" y="125789"/>
                  <a:pt x="94238" y="146685"/>
                  <a:pt x="120015" y="146685"/>
                </a:cubicBezTo>
                <a:close/>
                <a:moveTo>
                  <a:pt x="253365" y="106680"/>
                </a:moveTo>
                <a:lnTo>
                  <a:pt x="253365" y="186690"/>
                </a:lnTo>
                <a:moveTo>
                  <a:pt x="213360" y="146685"/>
                </a:moveTo>
                <a:lnTo>
                  <a:pt x="293370" y="146685"/>
                </a:lnTo>
              </a:path>
            </a:pathLst>
          </a:custGeom>
          <a:noFill/>
          <a:ln w="32004" cap="rnd">
            <a:solidFill>
              <a:srgbClr val="14181F"/>
            </a:solidFill>
            <a:round/>
          </a:ln>
        </p:spPr>
      </p:sp>
      <p:sp>
        <p:nvSpPr>
          <p:cNvPr id="17" name="social-1-bg" descr="baseera:pg_z9kxbfayal/social-1-bg"/>
          <p:cNvSpPr/>
          <p:nvPr/>
        </p:nvSpPr>
        <p:spPr>
          <a:xfrm>
            <a:off x="4231958" y="10467975"/>
            <a:ext cx="1823085" cy="560070"/>
          </a:xfrm>
          <a:prstGeom prst="roundRect">
            <a:avLst>
              <a:gd name="adj" fmla="val 6803"/>
            </a:avLst>
          </a:prstGeom>
          <a:solidFill>
            <a:srgbClr val="E9F0F8"/>
          </a:solidFill>
          <a:ln>
            <a:noFill/>
          </a:ln>
        </p:spPr>
      </p:sp>
      <p:sp>
        <p:nvSpPr>
          <p:cNvPr id="18" name="social-1" descr="baseera:pg_z9kxbfayal/social-1"/>
          <p:cNvSpPr txBox="1"/>
          <p:nvPr/>
        </p:nvSpPr>
        <p:spPr>
          <a:xfrm>
            <a:off x="4471988" y="10561320"/>
            <a:ext cx="1343025" cy="3733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0" dirty="0">
                <a:solidFill>
                  <a:srgbClr val="4E5866"/>
                </a:solidFill>
                <a:latin typeface="Tajawal"/>
                <a:ea typeface="Tajawal"/>
                <a:cs typeface="Tajawal"/>
              </a:rPr>
              <a:t>@kitabwbs</a:t>
            </a:r>
            <a:endParaRPr lang="ar-SA" sz="2100" dirty="0"/>
          </a:p>
        </p:txBody>
      </p:sp>
      <p:sp>
        <p:nvSpPr>
          <p:cNvPr id="19" name="sys-progress-track" descr="baseera:pg_z9kxbfayal/sys-progress-track"/>
          <p:cNvSpPr/>
          <p:nvPr/>
        </p:nvSpPr>
        <p:spPr>
          <a:xfrm>
            <a:off x="0" y="0"/>
            <a:ext cx="10287000" cy="114300"/>
          </a:xfrm>
          <a:prstGeom prst="rect">
            <a:avLst/>
          </a:prstGeom>
          <a:solidFill>
            <a:srgbClr val="E9F0F8"/>
          </a:solidFill>
          <a:ln>
            <a:noFill/>
          </a:ln>
        </p:spPr>
      </p:sp>
      <p:sp>
        <p:nvSpPr>
          <p:cNvPr id="20" name="sys-progress" descr="baseera:pg_z9kxbfayal/sys-progress"/>
          <p:cNvSpPr/>
          <p:nvPr/>
        </p:nvSpPr>
        <p:spPr>
          <a:xfrm>
            <a:off x="0" y="0"/>
            <a:ext cx="10287000" cy="114300"/>
          </a:xfrm>
          <a:prstGeom prst="rect">
            <a:avLst/>
          </a:prstGeom>
          <a:solidFill>
            <a:srgbClr val="2C76BD"/>
          </a:solidFill>
          <a:ln>
            <a:noFill/>
          </a:ln>
        </p:spPr>
      </p:sp>
      <p:sp>
        <p:nvSpPr>
          <p:cNvPr id="21" name="sys-counter-bg" descr="baseera:pg_z9kxbfayal/sys-counter-bg"/>
          <p:cNvSpPr/>
          <p:nvPr/>
        </p:nvSpPr>
        <p:spPr>
          <a:xfrm>
            <a:off x="914400" y="495300"/>
            <a:ext cx="2486025" cy="552450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>
            <a:noFill/>
          </a:ln>
        </p:spPr>
      </p:sp>
      <p:sp>
        <p:nvSpPr>
          <p:cNvPr id="22" name="sys-counter" descr="baseera:pg_z9kxbfayal/sys-counter"/>
          <p:cNvSpPr txBox="1"/>
          <p:nvPr/>
        </p:nvSpPr>
        <p:spPr>
          <a:xfrm>
            <a:off x="1162050" y="571500"/>
            <a:ext cx="1990725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4E5866"/>
                </a:solidFill>
                <a:latin typeface="Tajawal"/>
                <a:ea typeface="Tajawal"/>
                <a:cs typeface="Tajawal"/>
              </a:rPr>
              <a:t>الشريحة 8 من 8</a:t>
            </a:r>
            <a:endParaRPr lang="ar-SA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eera">
  <a:themeElements>
    <a:clrScheme name="Baseera">
      <a:dk1>
        <a:srgbClr val="14181F"/>
      </a:dk1>
      <a:lt1>
        <a:srgbClr val="FFFFFF"/>
      </a:lt1>
      <a:dk2>
        <a:srgbClr val="FFFFFF"/>
      </a:dk2>
      <a:lt2>
        <a:srgbClr val="E9F0F8"/>
      </a:lt2>
      <a:accent1>
        <a:srgbClr val="2C76BD"/>
      </a:accent1>
      <a:accent2>
        <a:srgbClr val="4E5866"/>
      </a:accent2>
      <a:accent3>
        <a:srgbClr val="E9F0F8"/>
      </a:accent3>
      <a:accent4>
        <a:srgbClr val="FFFFFF"/>
      </a:accent4>
      <a:accent5>
        <a:srgbClr val="14181F"/>
      </a:accent5>
      <a:accent6>
        <a:srgbClr val="FFFFFF"/>
      </a:accent6>
      <a:hlink>
        <a:srgbClr val="2C76BD"/>
      </a:hlink>
      <a:folHlink>
        <a:srgbClr val="4E5866"/>
      </a:folHlink>
    </a:clrScheme>
    <a:fontScheme name="Baseera">
      <a:majorFont>
        <a:latin typeface="Cairo"/>
        <a:ea typeface=""/>
        <a:cs typeface="Cairo"/>
      </a:majorFont>
      <a:minorFont>
        <a:latin typeface="Tajawal"/>
        <a:ea typeface=""/>
        <a:cs typeface="Tajawal"/>
      </a:minorFont>
    </a:fontScheme>
    <a:fmtScheme name="Baseer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Baseera</Application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كاروسيل «كيف تتكلم فينصت لك الآخرون؟»: غلاف، 6 عادات، ختام — كولاج تحريري يتناوب داكن/فاتح</dc:title>
  <dc:creator>بصيرة</dc:creator>
  <dc:language>ar</dc:language>
  <dc:identifier>d_a5xldixjxy98</dc:identifier>
  <dcterms:created xsi:type="dcterms:W3CDTF">2026-10-02T21:06:15.084Z</dcterms:created>
</cp:coreProperties>
</file>